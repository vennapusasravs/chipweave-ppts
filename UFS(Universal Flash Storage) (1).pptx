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1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7" r:id="rId19"/>
    <p:sldId id="279" r:id="rId20"/>
    <p:sldId id="280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FF196-ABB2-4EA3-8162-484A52F5E063}" v="33" dt="2026-02-11T06:05:53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i Vennapusa" userId="06105391-ac9e-4186-a41e-395274e1b189" providerId="ADAL" clId="{9B2BFCF3-BB9D-4917-9B53-4ED52D43BFF8}"/>
    <pc:docChg chg="undo custSel addSld delSld modSld">
      <pc:chgData name="sravanthi Vennapusa" userId="06105391-ac9e-4186-a41e-395274e1b189" providerId="ADAL" clId="{9B2BFCF3-BB9D-4917-9B53-4ED52D43BFF8}" dt="2026-02-11T11:38:54.081" v="1069" actId="20577"/>
      <pc:docMkLst>
        <pc:docMk/>
      </pc:docMkLst>
      <pc:sldChg chg="addSp modSp mod">
        <pc:chgData name="sravanthi Vennapusa" userId="06105391-ac9e-4186-a41e-395274e1b189" providerId="ADAL" clId="{9B2BFCF3-BB9D-4917-9B53-4ED52D43BFF8}" dt="2026-02-07T05:23:42.830" v="795" actId="14100"/>
        <pc:sldMkLst>
          <pc:docMk/>
          <pc:sldMk cId="3025379225" sldId="258"/>
        </pc:sldMkLst>
        <pc:picChg chg="add mod">
          <ac:chgData name="sravanthi Vennapusa" userId="06105391-ac9e-4186-a41e-395274e1b189" providerId="ADAL" clId="{9B2BFCF3-BB9D-4917-9B53-4ED52D43BFF8}" dt="2026-02-07T05:23:42.830" v="795" actId="14100"/>
          <ac:picMkLst>
            <pc:docMk/>
            <pc:sldMk cId="3025379225" sldId="258"/>
            <ac:picMk id="5" creationId="{AD12FA4A-3382-028A-6F72-B87B7C921243}"/>
          </ac:picMkLst>
        </pc:picChg>
      </pc:sldChg>
      <pc:sldChg chg="modSp mod">
        <pc:chgData name="sravanthi Vennapusa" userId="06105391-ac9e-4186-a41e-395274e1b189" providerId="ADAL" clId="{9B2BFCF3-BB9D-4917-9B53-4ED52D43BFF8}" dt="2026-02-09T04:44:08.798" v="882" actId="20577"/>
        <pc:sldMkLst>
          <pc:docMk/>
          <pc:sldMk cId="925283606" sldId="260"/>
        </pc:sldMkLst>
        <pc:spChg chg="mod">
          <ac:chgData name="sravanthi Vennapusa" userId="06105391-ac9e-4186-a41e-395274e1b189" providerId="ADAL" clId="{9B2BFCF3-BB9D-4917-9B53-4ED52D43BFF8}" dt="2026-02-09T04:44:08.798" v="882" actId="20577"/>
          <ac:spMkLst>
            <pc:docMk/>
            <pc:sldMk cId="925283606" sldId="260"/>
            <ac:spMk id="3" creationId="{043CEC07-67D1-32B9-468E-56019F7EF3C1}"/>
          </ac:spMkLst>
        </pc:spChg>
      </pc:sldChg>
      <pc:sldChg chg="modSp mod">
        <pc:chgData name="sravanthi Vennapusa" userId="06105391-ac9e-4186-a41e-395274e1b189" providerId="ADAL" clId="{9B2BFCF3-BB9D-4917-9B53-4ED52D43BFF8}" dt="2026-02-11T05:32:50.493" v="920" actId="27636"/>
        <pc:sldMkLst>
          <pc:docMk/>
          <pc:sldMk cId="629414792" sldId="263"/>
        </pc:sldMkLst>
        <pc:spChg chg="mod">
          <ac:chgData name="sravanthi Vennapusa" userId="06105391-ac9e-4186-a41e-395274e1b189" providerId="ADAL" clId="{9B2BFCF3-BB9D-4917-9B53-4ED52D43BFF8}" dt="2026-02-11T05:32:50.493" v="920" actId="27636"/>
          <ac:spMkLst>
            <pc:docMk/>
            <pc:sldMk cId="629414792" sldId="263"/>
            <ac:spMk id="3" creationId="{2292DBD9-348A-5A8E-E514-D7E6F84B4402}"/>
          </ac:spMkLst>
        </pc:spChg>
      </pc:sldChg>
      <pc:sldChg chg="addSp delSp modSp mod">
        <pc:chgData name="sravanthi Vennapusa" userId="06105391-ac9e-4186-a41e-395274e1b189" providerId="ADAL" clId="{9B2BFCF3-BB9D-4917-9B53-4ED52D43BFF8}" dt="2026-02-11T06:05:08.690" v="928" actId="1076"/>
        <pc:sldMkLst>
          <pc:docMk/>
          <pc:sldMk cId="806406547" sldId="267"/>
        </pc:sldMkLst>
        <pc:picChg chg="del">
          <ac:chgData name="sravanthi Vennapusa" userId="06105391-ac9e-4186-a41e-395274e1b189" providerId="ADAL" clId="{9B2BFCF3-BB9D-4917-9B53-4ED52D43BFF8}" dt="2026-02-11T06:03:39.276" v="921" actId="478"/>
          <ac:picMkLst>
            <pc:docMk/>
            <pc:sldMk cId="806406547" sldId="267"/>
            <ac:picMk id="4" creationId="{33599D3F-A947-6E84-A52B-76AB4BD6FA79}"/>
          </ac:picMkLst>
        </pc:picChg>
        <pc:picChg chg="add mod">
          <ac:chgData name="sravanthi Vennapusa" userId="06105391-ac9e-4186-a41e-395274e1b189" providerId="ADAL" clId="{9B2BFCF3-BB9D-4917-9B53-4ED52D43BFF8}" dt="2026-02-11T06:05:08.690" v="928" actId="1076"/>
          <ac:picMkLst>
            <pc:docMk/>
            <pc:sldMk cId="806406547" sldId="267"/>
            <ac:picMk id="6" creationId="{5661BE18-3941-CC56-7DEC-E23A5DD287BD}"/>
          </ac:picMkLst>
        </pc:picChg>
        <pc:picChg chg="add del mod">
          <ac:chgData name="sravanthi Vennapusa" userId="06105391-ac9e-4186-a41e-395274e1b189" providerId="ADAL" clId="{9B2BFCF3-BB9D-4917-9B53-4ED52D43BFF8}" dt="2026-02-11T06:04:42.417" v="926" actId="478"/>
          <ac:picMkLst>
            <pc:docMk/>
            <pc:sldMk cId="806406547" sldId="267"/>
            <ac:picMk id="1026" creationId="{2B5AFAF8-3938-527F-B8EB-428379FB83F8}"/>
          </ac:picMkLst>
        </pc:picChg>
      </pc:sldChg>
      <pc:sldChg chg="modSp">
        <pc:chgData name="sravanthi Vennapusa" userId="06105391-ac9e-4186-a41e-395274e1b189" providerId="ADAL" clId="{9B2BFCF3-BB9D-4917-9B53-4ED52D43BFF8}" dt="2026-02-11T06:05:53.941" v="929" actId="1076"/>
        <pc:sldMkLst>
          <pc:docMk/>
          <pc:sldMk cId="506289988" sldId="269"/>
        </pc:sldMkLst>
        <pc:picChg chg="mod">
          <ac:chgData name="sravanthi Vennapusa" userId="06105391-ac9e-4186-a41e-395274e1b189" providerId="ADAL" clId="{9B2BFCF3-BB9D-4917-9B53-4ED52D43BFF8}" dt="2026-02-11T06:05:53.941" v="929" actId="1076"/>
          <ac:picMkLst>
            <pc:docMk/>
            <pc:sldMk cId="506289988" sldId="269"/>
            <ac:picMk id="4098" creationId="{E1B18C92-CD8E-E2F1-2FF9-977FEC334385}"/>
          </ac:picMkLst>
        </pc:picChg>
      </pc:sldChg>
      <pc:sldChg chg="modSp mod">
        <pc:chgData name="sravanthi Vennapusa" userId="06105391-ac9e-4186-a41e-395274e1b189" providerId="ADAL" clId="{9B2BFCF3-BB9D-4917-9B53-4ED52D43BFF8}" dt="2026-02-06T09:03:32.312" v="118" actId="12"/>
        <pc:sldMkLst>
          <pc:docMk/>
          <pc:sldMk cId="3319413794" sldId="270"/>
        </pc:sldMkLst>
        <pc:spChg chg="mod">
          <ac:chgData name="sravanthi Vennapusa" userId="06105391-ac9e-4186-a41e-395274e1b189" providerId="ADAL" clId="{9B2BFCF3-BB9D-4917-9B53-4ED52D43BFF8}" dt="2026-02-06T09:00:48.861" v="27" actId="20577"/>
          <ac:spMkLst>
            <pc:docMk/>
            <pc:sldMk cId="3319413794" sldId="270"/>
            <ac:spMk id="2" creationId="{AC25F444-A82F-82D8-90B0-85D7745FD61D}"/>
          </ac:spMkLst>
        </pc:spChg>
        <pc:spChg chg="mod">
          <ac:chgData name="sravanthi Vennapusa" userId="06105391-ac9e-4186-a41e-395274e1b189" providerId="ADAL" clId="{9B2BFCF3-BB9D-4917-9B53-4ED52D43BFF8}" dt="2026-02-06T09:03:32.312" v="118" actId="12"/>
          <ac:spMkLst>
            <pc:docMk/>
            <pc:sldMk cId="3319413794" sldId="270"/>
            <ac:spMk id="3" creationId="{376A570D-7E01-6344-8966-BF78333BA20B}"/>
          </ac:spMkLst>
        </pc:spChg>
      </pc:sldChg>
      <pc:sldChg chg="modSp new mod">
        <pc:chgData name="sravanthi Vennapusa" userId="06105391-ac9e-4186-a41e-395274e1b189" providerId="ADAL" clId="{9B2BFCF3-BB9D-4917-9B53-4ED52D43BFF8}" dt="2026-02-06T09:11:56.238" v="662" actId="113"/>
        <pc:sldMkLst>
          <pc:docMk/>
          <pc:sldMk cId="2695226724" sldId="271"/>
        </pc:sldMkLst>
        <pc:spChg chg="mod">
          <ac:chgData name="sravanthi Vennapusa" userId="06105391-ac9e-4186-a41e-395274e1b189" providerId="ADAL" clId="{9B2BFCF3-BB9D-4917-9B53-4ED52D43BFF8}" dt="2026-02-06T09:03:38.362" v="122" actId="20577"/>
          <ac:spMkLst>
            <pc:docMk/>
            <pc:sldMk cId="2695226724" sldId="271"/>
            <ac:spMk id="2" creationId="{D39B1FDD-A8E3-7A54-32FC-CA0B9BACAB82}"/>
          </ac:spMkLst>
        </pc:spChg>
        <pc:spChg chg="mod">
          <ac:chgData name="sravanthi Vennapusa" userId="06105391-ac9e-4186-a41e-395274e1b189" providerId="ADAL" clId="{9B2BFCF3-BB9D-4917-9B53-4ED52D43BFF8}" dt="2026-02-06T09:11:56.238" v="662" actId="113"/>
          <ac:spMkLst>
            <pc:docMk/>
            <pc:sldMk cId="2695226724" sldId="271"/>
            <ac:spMk id="3" creationId="{6E182BC3-F01F-17D6-A3AD-1062936EDF68}"/>
          </ac:spMkLst>
        </pc:spChg>
      </pc:sldChg>
      <pc:sldChg chg="modSp new mod">
        <pc:chgData name="sravanthi Vennapusa" userId="06105391-ac9e-4186-a41e-395274e1b189" providerId="ADAL" clId="{9B2BFCF3-BB9D-4917-9B53-4ED52D43BFF8}" dt="2026-02-06T09:10:31.134" v="621" actId="12"/>
        <pc:sldMkLst>
          <pc:docMk/>
          <pc:sldMk cId="1564801460" sldId="272"/>
        </pc:sldMkLst>
        <pc:spChg chg="mod">
          <ac:chgData name="sravanthi Vennapusa" userId="06105391-ac9e-4186-a41e-395274e1b189" providerId="ADAL" clId="{9B2BFCF3-BB9D-4917-9B53-4ED52D43BFF8}" dt="2026-02-06T09:06:25.262" v="269" actId="20577"/>
          <ac:spMkLst>
            <pc:docMk/>
            <pc:sldMk cId="1564801460" sldId="272"/>
            <ac:spMk id="2" creationId="{92768259-970E-07EE-3365-AFEE93560348}"/>
          </ac:spMkLst>
        </pc:spChg>
        <pc:spChg chg="mod">
          <ac:chgData name="sravanthi Vennapusa" userId="06105391-ac9e-4186-a41e-395274e1b189" providerId="ADAL" clId="{9B2BFCF3-BB9D-4917-9B53-4ED52D43BFF8}" dt="2026-02-06T09:10:31.134" v="621" actId="12"/>
          <ac:spMkLst>
            <pc:docMk/>
            <pc:sldMk cId="1564801460" sldId="272"/>
            <ac:spMk id="3" creationId="{B8D109B9-E64E-5AFC-7DD1-43E659715EC4}"/>
          </ac:spMkLst>
        </pc:spChg>
      </pc:sldChg>
      <pc:sldChg chg="modSp new mod">
        <pc:chgData name="sravanthi Vennapusa" userId="06105391-ac9e-4186-a41e-395274e1b189" providerId="ADAL" clId="{9B2BFCF3-BB9D-4917-9B53-4ED52D43BFF8}" dt="2026-02-11T11:38:37.565" v="1057" actId="27636"/>
        <pc:sldMkLst>
          <pc:docMk/>
          <pc:sldMk cId="3171929687" sldId="273"/>
        </pc:sldMkLst>
        <pc:spChg chg="mod">
          <ac:chgData name="sravanthi Vennapusa" userId="06105391-ac9e-4186-a41e-395274e1b189" providerId="ADAL" clId="{9B2BFCF3-BB9D-4917-9B53-4ED52D43BFF8}" dt="2026-02-06T09:15:38.590" v="726" actId="20577"/>
          <ac:spMkLst>
            <pc:docMk/>
            <pc:sldMk cId="3171929687" sldId="273"/>
            <ac:spMk id="2" creationId="{4B3CA650-909C-5062-0355-3C0D70E19062}"/>
          </ac:spMkLst>
        </pc:spChg>
        <pc:spChg chg="mod">
          <ac:chgData name="sravanthi Vennapusa" userId="06105391-ac9e-4186-a41e-395274e1b189" providerId="ADAL" clId="{9B2BFCF3-BB9D-4917-9B53-4ED52D43BFF8}" dt="2026-02-11T11:38:37.565" v="1057" actId="27636"/>
          <ac:spMkLst>
            <pc:docMk/>
            <pc:sldMk cId="3171929687" sldId="273"/>
            <ac:spMk id="3" creationId="{08D3D370-7063-BE22-2A9F-F597A1830192}"/>
          </ac:spMkLst>
        </pc:spChg>
      </pc:sldChg>
      <pc:sldChg chg="modSp new mod">
        <pc:chgData name="sravanthi Vennapusa" userId="06105391-ac9e-4186-a41e-395274e1b189" providerId="ADAL" clId="{9B2BFCF3-BB9D-4917-9B53-4ED52D43BFF8}" dt="2026-02-11T11:38:54.081" v="1069" actId="20577"/>
        <pc:sldMkLst>
          <pc:docMk/>
          <pc:sldMk cId="3305681092" sldId="274"/>
        </pc:sldMkLst>
        <pc:spChg chg="mod">
          <ac:chgData name="sravanthi Vennapusa" userId="06105391-ac9e-4186-a41e-395274e1b189" providerId="ADAL" clId="{9B2BFCF3-BB9D-4917-9B53-4ED52D43BFF8}" dt="2026-02-06T09:16:08.548" v="750" actId="20577"/>
          <ac:spMkLst>
            <pc:docMk/>
            <pc:sldMk cId="3305681092" sldId="274"/>
            <ac:spMk id="2" creationId="{2AA5C4F8-B167-6FFC-BB3A-30EB887C935C}"/>
          </ac:spMkLst>
        </pc:spChg>
        <pc:spChg chg="mod">
          <ac:chgData name="sravanthi Vennapusa" userId="06105391-ac9e-4186-a41e-395274e1b189" providerId="ADAL" clId="{9B2BFCF3-BB9D-4917-9B53-4ED52D43BFF8}" dt="2026-02-11T11:38:54.081" v="1069" actId="20577"/>
          <ac:spMkLst>
            <pc:docMk/>
            <pc:sldMk cId="3305681092" sldId="274"/>
            <ac:spMk id="3" creationId="{12AA87C0-FBFD-A194-1791-4BDFA2BDDEBF}"/>
          </ac:spMkLst>
        </pc:spChg>
      </pc:sldChg>
      <pc:sldChg chg="modSp new mod">
        <pc:chgData name="sravanthi Vennapusa" userId="06105391-ac9e-4186-a41e-395274e1b189" providerId="ADAL" clId="{9B2BFCF3-BB9D-4917-9B53-4ED52D43BFF8}" dt="2026-02-06T09:16:36.821" v="779" actId="5793"/>
        <pc:sldMkLst>
          <pc:docMk/>
          <pc:sldMk cId="2351049758" sldId="275"/>
        </pc:sldMkLst>
        <pc:spChg chg="mod">
          <ac:chgData name="sravanthi Vennapusa" userId="06105391-ac9e-4186-a41e-395274e1b189" providerId="ADAL" clId="{9B2BFCF3-BB9D-4917-9B53-4ED52D43BFF8}" dt="2026-02-06T09:16:31.360" v="777" actId="20577"/>
          <ac:spMkLst>
            <pc:docMk/>
            <pc:sldMk cId="2351049758" sldId="275"/>
            <ac:spMk id="2" creationId="{270A324E-D39B-8C1E-9930-7A3B2CA0AB3F}"/>
          </ac:spMkLst>
        </pc:spChg>
        <pc:spChg chg="mod">
          <ac:chgData name="sravanthi Vennapusa" userId="06105391-ac9e-4186-a41e-395274e1b189" providerId="ADAL" clId="{9B2BFCF3-BB9D-4917-9B53-4ED52D43BFF8}" dt="2026-02-06T09:16:36.821" v="779" actId="5793"/>
          <ac:spMkLst>
            <pc:docMk/>
            <pc:sldMk cId="2351049758" sldId="275"/>
            <ac:spMk id="3" creationId="{BDCAFFE7-AAA4-7906-E465-72D6734468DC}"/>
          </ac:spMkLst>
        </pc:spChg>
      </pc:sldChg>
      <pc:sldChg chg="addSp delSp modSp new">
        <pc:chgData name="sravanthi Vennapusa" userId="06105391-ac9e-4186-a41e-395274e1b189" providerId="ADAL" clId="{9B2BFCF3-BB9D-4917-9B53-4ED52D43BFF8}" dt="2026-02-06T09:17:41.942" v="788" actId="1076"/>
        <pc:sldMkLst>
          <pc:docMk/>
          <pc:sldMk cId="818613817" sldId="276"/>
        </pc:sldMkLst>
        <pc:picChg chg="add mod">
          <ac:chgData name="sravanthi Vennapusa" userId="06105391-ac9e-4186-a41e-395274e1b189" providerId="ADAL" clId="{9B2BFCF3-BB9D-4917-9B53-4ED52D43BFF8}" dt="2026-02-06T09:17:41.942" v="788" actId="1076"/>
          <ac:picMkLst>
            <pc:docMk/>
            <pc:sldMk cId="818613817" sldId="276"/>
            <ac:picMk id="4" creationId="{75E78285-E7C6-9112-6CDA-64EE7D566FAA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10T03:30:03.899" v="891" actId="255"/>
        <pc:sldMkLst>
          <pc:docMk/>
          <pc:sldMk cId="551104064" sldId="277"/>
        </pc:sldMkLst>
        <pc:spChg chg="mod">
          <ac:chgData name="sravanthi Vennapusa" userId="06105391-ac9e-4186-a41e-395274e1b189" providerId="ADAL" clId="{9B2BFCF3-BB9D-4917-9B53-4ED52D43BFF8}" dt="2026-02-07T06:15:30.289" v="812" actId="20577"/>
          <ac:spMkLst>
            <pc:docMk/>
            <pc:sldMk cId="551104064" sldId="277"/>
            <ac:spMk id="2" creationId="{63A17ED1-17FB-7B58-8B2D-6C88F93B88B9}"/>
          </ac:spMkLst>
        </pc:spChg>
        <pc:spChg chg="add mod">
          <ac:chgData name="sravanthi Vennapusa" userId="06105391-ac9e-4186-a41e-395274e1b189" providerId="ADAL" clId="{9B2BFCF3-BB9D-4917-9B53-4ED52D43BFF8}" dt="2026-02-10T03:30:03.899" v="891" actId="255"/>
          <ac:spMkLst>
            <pc:docMk/>
            <pc:sldMk cId="551104064" sldId="277"/>
            <ac:spMk id="4" creationId="{C208FB88-50AD-7CAE-5ACC-AA156E02E5C4}"/>
          </ac:spMkLst>
        </pc:spChg>
        <pc:picChg chg="add mod">
          <ac:chgData name="sravanthi Vennapusa" userId="06105391-ac9e-4186-a41e-395274e1b189" providerId="ADAL" clId="{9B2BFCF3-BB9D-4917-9B53-4ED52D43BFF8}" dt="2026-02-07T06:14:02.914" v="799"/>
          <ac:picMkLst>
            <pc:docMk/>
            <pc:sldMk cId="551104064" sldId="277"/>
            <ac:picMk id="5" creationId="{33D3CAAF-40E3-3582-D858-B17A6C654F94}"/>
          </ac:picMkLst>
        </pc:picChg>
      </pc:sldChg>
      <pc:sldChg chg="addSp delSp modSp new del mod">
        <pc:chgData name="sravanthi Vennapusa" userId="06105391-ac9e-4186-a41e-395274e1b189" providerId="ADAL" clId="{9B2BFCF3-BB9D-4917-9B53-4ED52D43BFF8}" dt="2026-02-11T07:11:48.747" v="931" actId="47"/>
        <pc:sldMkLst>
          <pc:docMk/>
          <pc:sldMk cId="2403452985" sldId="278"/>
        </pc:sldMkLst>
        <pc:spChg chg="add mod">
          <ac:chgData name="sravanthi Vennapusa" userId="06105391-ac9e-4186-a41e-395274e1b189" providerId="ADAL" clId="{9B2BFCF3-BB9D-4917-9B53-4ED52D43BFF8}" dt="2026-02-11T03:29:36.337" v="896" actId="255"/>
          <ac:spMkLst>
            <pc:docMk/>
            <pc:sldMk cId="2403452985" sldId="278"/>
            <ac:spMk id="4" creationId="{8C4937A3-AA19-D183-DA75-ADCA1C56DB81}"/>
          </ac:spMkLst>
        </pc:spChg>
        <pc:picChg chg="add mod">
          <ac:chgData name="sravanthi Vennapusa" userId="06105391-ac9e-4186-a41e-395274e1b189" providerId="ADAL" clId="{9B2BFCF3-BB9D-4917-9B53-4ED52D43BFF8}" dt="2026-02-11T03:26:56.105" v="892" actId="1076"/>
          <ac:picMkLst>
            <pc:docMk/>
            <pc:sldMk cId="2403452985" sldId="278"/>
            <ac:picMk id="5" creationId="{67E99DDD-59CD-1595-97BB-926A70BC1EE2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07T06:15:39.396" v="835" actId="20577"/>
        <pc:sldMkLst>
          <pc:docMk/>
          <pc:sldMk cId="1001728147" sldId="279"/>
        </pc:sldMkLst>
        <pc:spChg chg="mod">
          <ac:chgData name="sravanthi Vennapusa" userId="06105391-ac9e-4186-a41e-395274e1b189" providerId="ADAL" clId="{9B2BFCF3-BB9D-4917-9B53-4ED52D43BFF8}" dt="2026-02-07T06:15:39.396" v="835" actId="20577"/>
          <ac:spMkLst>
            <pc:docMk/>
            <pc:sldMk cId="1001728147" sldId="279"/>
            <ac:spMk id="2" creationId="{3C943B1D-4E2A-8D6B-FE1D-CBD98974C4AF}"/>
          </ac:spMkLst>
        </pc:spChg>
        <pc:picChg chg="add mod">
          <ac:chgData name="sravanthi Vennapusa" userId="06105391-ac9e-4186-a41e-395274e1b189" providerId="ADAL" clId="{9B2BFCF3-BB9D-4917-9B53-4ED52D43BFF8}" dt="2026-02-07T06:14:40.318" v="803"/>
          <ac:picMkLst>
            <pc:docMk/>
            <pc:sldMk cId="1001728147" sldId="279"/>
            <ac:picMk id="5" creationId="{B55F0F74-10EB-B0DB-71E7-6898239C8C76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07T06:15:45.968" v="848" actId="20577"/>
        <pc:sldMkLst>
          <pc:docMk/>
          <pc:sldMk cId="1502844859" sldId="280"/>
        </pc:sldMkLst>
        <pc:spChg chg="mod">
          <ac:chgData name="sravanthi Vennapusa" userId="06105391-ac9e-4186-a41e-395274e1b189" providerId="ADAL" clId="{9B2BFCF3-BB9D-4917-9B53-4ED52D43BFF8}" dt="2026-02-07T06:15:45.968" v="848" actId="20577"/>
          <ac:spMkLst>
            <pc:docMk/>
            <pc:sldMk cId="1502844859" sldId="280"/>
            <ac:spMk id="2" creationId="{DEE60EF4-C883-A2F6-6EAD-8E5475C92B37}"/>
          </ac:spMkLst>
        </pc:spChg>
        <pc:picChg chg="add mod">
          <ac:chgData name="sravanthi Vennapusa" userId="06105391-ac9e-4186-a41e-395274e1b189" providerId="ADAL" clId="{9B2BFCF3-BB9D-4917-9B53-4ED52D43BFF8}" dt="2026-02-07T06:14:55.089" v="805"/>
          <ac:picMkLst>
            <pc:docMk/>
            <pc:sldMk cId="1502844859" sldId="280"/>
            <ac:picMk id="5" creationId="{218B96E1-46A4-0CDA-DAD3-2C4057A3AF2B}"/>
          </ac:picMkLst>
        </pc:picChg>
      </pc:sldChg>
      <pc:sldChg chg="addSp delSp modSp new del mod">
        <pc:chgData name="sravanthi Vennapusa" userId="06105391-ac9e-4186-a41e-395274e1b189" providerId="ADAL" clId="{9B2BFCF3-BB9D-4917-9B53-4ED52D43BFF8}" dt="2026-02-11T07:12:29.313" v="932" actId="47"/>
        <pc:sldMkLst>
          <pc:docMk/>
          <pc:sldMk cId="504071424" sldId="281"/>
        </pc:sldMkLst>
      </pc:sldChg>
      <pc:sldChg chg="addSp delSp modSp new del mod">
        <pc:chgData name="sravanthi Vennapusa" userId="06105391-ac9e-4186-a41e-395274e1b189" providerId="ADAL" clId="{9B2BFCF3-BB9D-4917-9B53-4ED52D43BFF8}" dt="2026-02-11T07:11:30.477" v="930" actId="47"/>
        <pc:sldMkLst>
          <pc:docMk/>
          <pc:sldMk cId="147711550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99EAA-D25F-4421-BB67-61594EB2BB7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EC915-C614-4080-B0FC-791FF4639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88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EC915-C614-4080-B0FC-791FF46394D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671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E5A9-AFA2-F113-5D7F-22E9F51F9B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dirty="0"/>
              <a:t> UFS(Universal Flash Storage)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E96B6-0A1F-1F7D-EBEA-B132D9BE7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sravanthi</a:t>
            </a:r>
          </a:p>
          <a:p>
            <a:r>
              <a:rPr lang="en-IN" dirty="0" err="1"/>
              <a:t>Chipweave</a:t>
            </a:r>
            <a:r>
              <a:rPr lang="en-IN" dirty="0"/>
              <a:t> technologies </a:t>
            </a:r>
            <a:r>
              <a:rPr lang="en-IN" dirty="0" err="1"/>
              <a:t>pvt</a:t>
            </a:r>
            <a:r>
              <a:rPr lang="en-IN" dirty="0"/>
              <a:t> </a:t>
            </a:r>
            <a:r>
              <a:rPr lang="en-IN" dirty="0" err="1"/>
              <a:t>lmd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5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C839-C36F-236B-CB83-A22FCB1E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2A24B-4F81-354A-6A84-178D2B873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772833"/>
            <a:ext cx="8825659" cy="3416300"/>
          </a:xfrm>
        </p:spPr>
        <p:txBody>
          <a:bodyPr/>
          <a:lstStyle/>
          <a:p>
            <a:r>
              <a:rPr lang="en-US" dirty="0"/>
              <a:t>UFS stands for Universal Flash Storage</a:t>
            </a:r>
          </a:p>
          <a:p>
            <a:r>
              <a:rPr lang="en-US" dirty="0"/>
              <a:t>UFS is a high-speed internal storage standard used in smartphones, tablets, automotive systems, and embedded devices.</a:t>
            </a:r>
          </a:p>
          <a:p>
            <a:r>
              <a:rPr lang="en-US" dirty="0"/>
              <a:t>It defines how flash memory communicates with the processor.</a:t>
            </a:r>
          </a:p>
          <a:p>
            <a:r>
              <a:rPr lang="en-US" dirty="0"/>
              <a:t>Universal flash storage (UFS) is an open set standardized  by Joint Electron Device Engineering Council (JEDEC). It is a high-performance storage interface designed to minimize the power consumption.</a:t>
            </a:r>
          </a:p>
          <a:p>
            <a:r>
              <a:rPr lang="en-US" dirty="0"/>
              <a:t>UFS is optimized protocol enable significant improvements in throughput and system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780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E4C5-0991-7E5A-C845-CEEB9B68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Why UFS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90948-463C-8C44-1DA0-67EACB376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402979" cy="3416300"/>
          </a:xfrm>
        </p:spPr>
        <p:txBody>
          <a:bodyPr/>
          <a:lstStyle/>
          <a:p>
            <a:r>
              <a:rPr lang="en-US" dirty="0"/>
              <a:t>Before UFS, devices mainly used </a:t>
            </a:r>
            <a:r>
              <a:rPr lang="en-US" b="1" dirty="0"/>
              <a:t>eMMC</a:t>
            </a:r>
            <a:r>
              <a:rPr lang="en-US" dirty="0"/>
              <a:t> (embedded Multi Media Card)storage. As apps, cameras, and OS features grew, eMMC became a bottleneck.</a:t>
            </a:r>
          </a:p>
          <a:p>
            <a:pPr marL="0" indent="0">
              <a:buNone/>
            </a:pPr>
            <a:r>
              <a:rPr lang="en-US" b="1" dirty="0"/>
              <a:t>                  Problems with eMMC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Half-duplex (read OR write, not both)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Low bandwidth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Higher latency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Poor multitasking performance</a:t>
            </a:r>
          </a:p>
          <a:p>
            <a:r>
              <a:rPr lang="en-US" dirty="0"/>
              <a:t>UFS was created to solve this, just like SSDs replaced HDDs in PCs.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2FA4A-3382-028A-6F72-B87B7C921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65536"/>
            <a:ext cx="5968999" cy="209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7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1C38-ACD2-05AB-051A-F015EEF4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UFS Versions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D7D65B-3432-B226-B943-7B7E68D6BF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909572"/>
              </p:ext>
            </p:extLst>
          </p:nvPr>
        </p:nvGraphicFramePr>
        <p:xfrm>
          <a:off x="1155700" y="2603500"/>
          <a:ext cx="88249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3643526834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1718419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              Speed (</a:t>
                      </a:r>
                      <a:r>
                        <a:rPr lang="en-IN" dirty="0" err="1"/>
                        <a:t>approx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44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UFS 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~1.2 GB/s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327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UFS 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~2.9 GB/s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604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UFS 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Same speed + better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70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UFS 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~5.8 GB/s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9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041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3C74-0A11-EDF1-2068-593FED33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75119-1ADB-C9CD-EFE3-960A250D3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UFS (Universal Flash Storage)</a:t>
            </a:r>
            <a:r>
              <a:rPr lang="en-IN" dirty="0"/>
              <a:t> is a high-speed, full-duplex storage interface between:</a:t>
            </a:r>
          </a:p>
          <a:p>
            <a:pPr marL="0" indent="0">
              <a:buNone/>
            </a:pPr>
            <a:r>
              <a:rPr lang="en-IN" b="1" dirty="0"/>
              <a:t>         Host</a:t>
            </a:r>
            <a:r>
              <a:rPr lang="en-IN" dirty="0"/>
              <a:t> → SoC / Application Processor</a:t>
            </a:r>
          </a:p>
          <a:p>
            <a:pPr marL="0" indent="0">
              <a:buNone/>
            </a:pPr>
            <a:r>
              <a:rPr lang="en-IN" b="1" dirty="0"/>
              <a:t>         Device</a:t>
            </a:r>
            <a:r>
              <a:rPr lang="en-IN" dirty="0"/>
              <a:t> → UFS storage (NAND + controller)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37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CA7B-227F-948D-0E1B-45C621C3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How UFS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EC07-67D1-32B9-468E-56019F7E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402979" cy="34163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There are mainly 8 steps are there in UFS flow</a:t>
            </a:r>
          </a:p>
          <a:p>
            <a:r>
              <a:rPr lang="en-IN" b="1" dirty="0"/>
              <a:t>Power-on &amp; Reset : </a:t>
            </a:r>
            <a:r>
              <a:rPr lang="en-IN" dirty="0"/>
              <a:t>Host and UFS device power up and synchronize.</a:t>
            </a:r>
          </a:p>
          <a:p>
            <a:r>
              <a:rPr lang="en-IN" dirty="0"/>
              <a:t> </a:t>
            </a:r>
            <a:r>
              <a:rPr lang="en-IN" b="1" dirty="0"/>
              <a:t>Link Startup (M-PHY + </a:t>
            </a:r>
            <a:r>
              <a:rPr lang="en-IN" b="1" dirty="0" err="1"/>
              <a:t>UniPro</a:t>
            </a:r>
            <a:r>
              <a:rPr lang="en-IN" b="1" dirty="0"/>
              <a:t>): </a:t>
            </a:r>
            <a:r>
              <a:rPr lang="en-IN" dirty="0"/>
              <a:t>Speed, lanes, and power mode are negotiated.</a:t>
            </a:r>
          </a:p>
          <a:p>
            <a:r>
              <a:rPr lang="en-IN" b="1" dirty="0"/>
              <a:t>Device Initialization : </a:t>
            </a:r>
            <a:r>
              <a:rPr lang="en-IN" dirty="0"/>
              <a:t>Host reads device descriptors and capabilities.</a:t>
            </a:r>
          </a:p>
          <a:p>
            <a:r>
              <a:rPr lang="en-IN" b="1" dirty="0"/>
              <a:t>Command Queue Setup :</a:t>
            </a:r>
            <a:r>
              <a:rPr lang="en-IN" dirty="0"/>
              <a:t>Host prepares multiple command slots.</a:t>
            </a:r>
          </a:p>
          <a:p>
            <a:r>
              <a:rPr lang="en-IN" dirty="0"/>
              <a:t> </a:t>
            </a:r>
            <a:r>
              <a:rPr lang="en-IN" b="1" dirty="0"/>
              <a:t>Command Issue : </a:t>
            </a:r>
            <a:r>
              <a:rPr lang="en-IN" dirty="0"/>
              <a:t>Read/Write commands are placed into queues.</a:t>
            </a:r>
          </a:p>
          <a:p>
            <a:r>
              <a:rPr lang="en-IN" b="1" dirty="0"/>
              <a:t>Full-Duplex Data Transfer: </a:t>
            </a:r>
            <a:r>
              <a:rPr lang="en-IN" dirty="0"/>
              <a:t>Read and write happen simultaneously.</a:t>
            </a:r>
          </a:p>
          <a:p>
            <a:r>
              <a:rPr lang="en-IN" dirty="0"/>
              <a:t> </a:t>
            </a:r>
            <a:r>
              <a:rPr lang="en-IN" b="1" dirty="0"/>
              <a:t>Flash Management (inside device) :</a:t>
            </a:r>
            <a:r>
              <a:rPr lang="en-IN" dirty="0"/>
              <a:t>ECC, wear </a:t>
            </a:r>
            <a:r>
              <a:rPr lang="en-IN" dirty="0" err="1"/>
              <a:t>leveling</a:t>
            </a:r>
            <a:r>
              <a:rPr lang="en-IN" dirty="0"/>
              <a:t>, bad blocks handled internally.</a:t>
            </a:r>
          </a:p>
          <a:p>
            <a:r>
              <a:rPr lang="en-IN" dirty="0"/>
              <a:t> </a:t>
            </a:r>
            <a:r>
              <a:rPr lang="en-IN" b="1" dirty="0"/>
              <a:t>Command Completion &amp; </a:t>
            </a:r>
            <a:r>
              <a:rPr lang="en-IN" b="1" dirty="0" err="1"/>
              <a:t>Interrupt:</a:t>
            </a:r>
            <a:r>
              <a:rPr lang="en-IN" dirty="0" err="1"/>
              <a:t>Device</a:t>
            </a:r>
            <a:r>
              <a:rPr lang="en-IN" dirty="0"/>
              <a:t> sends completion, host frees the queue entry.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283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C042-026F-10F4-AEEA-EAFCBB01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</a:t>
            </a:r>
            <a:r>
              <a:rPr lang="en-IN" b="1" dirty="0"/>
              <a:t>Power-on &amp; Reset Step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2263-2E54-6EFD-0335-DE6A27481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               What happens</a:t>
            </a:r>
          </a:p>
          <a:p>
            <a:r>
              <a:rPr lang="en-US" dirty="0"/>
              <a:t>Power is applied to Host (SoC) and UFS Device</a:t>
            </a:r>
          </a:p>
          <a:p>
            <a:r>
              <a:rPr lang="en-US" dirty="0"/>
              <a:t>Host asserts reset</a:t>
            </a:r>
          </a:p>
          <a:p>
            <a:r>
              <a:rPr lang="en-US" dirty="0"/>
              <a:t>Device enters a known idle state</a:t>
            </a:r>
          </a:p>
          <a:p>
            <a:pPr marL="0" indent="0">
              <a:buNone/>
            </a:pPr>
            <a:r>
              <a:rPr lang="en-US" b="1" dirty="0"/>
              <a:t>              Why this step exists</a:t>
            </a:r>
          </a:p>
          <a:p>
            <a:r>
              <a:rPr lang="en-US" dirty="0"/>
              <a:t>Ensures both sides start clean</a:t>
            </a:r>
          </a:p>
          <a:p>
            <a:r>
              <a:rPr lang="en-US" dirty="0"/>
              <a:t>Prevents garbage data transfer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869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7E87E-7ED4-1CBD-A3FD-A8D88C231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</a:t>
            </a:r>
            <a:r>
              <a:rPr lang="en-IN" b="1" dirty="0"/>
              <a:t>Link Startup (M-PHY + </a:t>
            </a:r>
            <a:r>
              <a:rPr lang="en-IN" b="1" dirty="0" err="1"/>
              <a:t>UniPro</a:t>
            </a:r>
            <a:r>
              <a:rPr lang="en-IN" b="1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2DBD9-348A-5A8E-E514-D7E6F84B4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754" y="2789766"/>
            <a:ext cx="8825659" cy="34163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             What happens</a:t>
            </a:r>
          </a:p>
          <a:p>
            <a:r>
              <a:rPr lang="en-US" dirty="0"/>
              <a:t>Host and device negotiate link parameters:</a:t>
            </a:r>
          </a:p>
          <a:p>
            <a:r>
              <a:rPr lang="en-US" dirty="0"/>
              <a:t>Number of lanes (1 or 2)</a:t>
            </a:r>
          </a:p>
          <a:p>
            <a:r>
              <a:rPr lang="en-US" dirty="0"/>
              <a:t>Speed gear (Gear1 → Gear4/5)</a:t>
            </a:r>
          </a:p>
          <a:p>
            <a:r>
              <a:rPr lang="en-US" dirty="0"/>
              <a:t>RMMI = Reference M-PHY Module Interface</a:t>
            </a:r>
          </a:p>
          <a:p>
            <a:r>
              <a:rPr lang="en-IN" dirty="0"/>
              <a:t>MIPI → Mobile Industry Processor Interface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         Outcome</a:t>
            </a:r>
          </a:p>
          <a:p>
            <a:r>
              <a:rPr lang="en-US" dirty="0"/>
              <a:t>Physical link becomes active</a:t>
            </a:r>
          </a:p>
          <a:p>
            <a:r>
              <a:rPr lang="en-US" dirty="0"/>
              <a:t>Switches from low speed → high speed</a:t>
            </a:r>
          </a:p>
          <a:p>
            <a:r>
              <a:rPr lang="en-US" dirty="0"/>
              <a:t> Without this step, UFS cannot communicate.</a:t>
            </a:r>
          </a:p>
          <a:p>
            <a:endParaRPr lang="en-IN" dirty="0"/>
          </a:p>
        </p:txBody>
      </p:sp>
      <p:pic>
        <p:nvPicPr>
          <p:cNvPr id="4" name="Picture 2" descr="MIPI M-PHY and UniPro | Next-Generation Use Cases for Mobile">
            <a:extLst>
              <a:ext uri="{FF2B5EF4-FFF2-40B4-BE49-F238E27FC236}">
                <a16:creationId xmlns:a16="http://schemas.microsoft.com/office/drawing/2014/main" id="{F36982B8-6AB3-0EF8-D4CD-AC64DAE7B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932" y="3352799"/>
            <a:ext cx="4580467" cy="226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414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A876-D2E2-6779-2123-D455EA15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Device Initialization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8FD99-F402-D280-8368-BEF097D1A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                                What happens</a:t>
            </a:r>
          </a:p>
          <a:p>
            <a:r>
              <a:rPr lang="en-US" dirty="0"/>
              <a:t>Host reads device information:</a:t>
            </a:r>
          </a:p>
          <a:p>
            <a:r>
              <a:rPr lang="en-US" dirty="0"/>
              <a:t>Vendor ID</a:t>
            </a:r>
          </a:p>
          <a:p>
            <a:r>
              <a:rPr lang="en-US" dirty="0"/>
              <a:t>Capacity</a:t>
            </a:r>
          </a:p>
          <a:p>
            <a:r>
              <a:rPr lang="en-US" dirty="0"/>
              <a:t>Supported UFS version</a:t>
            </a:r>
          </a:p>
          <a:p>
            <a:r>
              <a:rPr lang="en-US" dirty="0"/>
              <a:t>Number of LUNs (Logical Units)</a:t>
            </a:r>
          </a:p>
          <a:p>
            <a:pPr marL="0" indent="0">
              <a:buNone/>
            </a:pPr>
            <a:r>
              <a:rPr lang="en-US" b="1" dirty="0"/>
              <a:t>                              Why needed</a:t>
            </a:r>
          </a:p>
          <a:p>
            <a:r>
              <a:rPr lang="en-US" dirty="0"/>
              <a:t>Host must know what kind of device it is talking to</a:t>
            </a:r>
          </a:p>
          <a:p>
            <a:r>
              <a:rPr lang="en-US" dirty="0"/>
              <a:t>Similar to SSD IDENTIFY command</a:t>
            </a:r>
          </a:p>
          <a:p>
            <a:r>
              <a:rPr lang="en-US" dirty="0"/>
              <a:t> After this step, host understands device capabilities.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50C742-5B40-2B19-6E1D-F2FB6B312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35" y="2250748"/>
            <a:ext cx="5113463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9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773C-D53E-8964-4D49-9A47E8FA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</a:t>
            </a:r>
            <a:r>
              <a:rPr lang="en-IN" b="1" dirty="0"/>
              <a:t>Command Queue Setup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B98A-F707-6D0C-851A-D2090463A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                 What happens</a:t>
            </a:r>
          </a:p>
          <a:p>
            <a:r>
              <a:rPr lang="en-US" dirty="0"/>
              <a:t>Host creates multiple command slots</a:t>
            </a:r>
          </a:p>
          <a:p>
            <a:r>
              <a:rPr lang="en-US" dirty="0"/>
              <a:t>Each slot can hold one command</a:t>
            </a:r>
          </a:p>
          <a:p>
            <a:r>
              <a:rPr lang="en-US" dirty="0"/>
              <a:t>Commands follow SCSI model</a:t>
            </a:r>
          </a:p>
          <a:p>
            <a:pPr marL="0" indent="0">
              <a:buNone/>
            </a:pPr>
            <a:r>
              <a:rPr lang="en-US" b="1" dirty="0"/>
              <a:t>                  Why this is powerful</a:t>
            </a:r>
          </a:p>
          <a:p>
            <a:r>
              <a:rPr lang="en-US" dirty="0"/>
              <a:t>Multiple commands can run </a:t>
            </a:r>
            <a:r>
              <a:rPr lang="en-US" b="1" dirty="0"/>
              <a:t>in parallel</a:t>
            </a:r>
            <a:endParaRPr lang="en-US" dirty="0"/>
          </a:p>
          <a:p>
            <a:r>
              <a:rPr lang="en-US" dirty="0"/>
              <a:t>No need to wait for one command to finish</a:t>
            </a:r>
          </a:p>
          <a:p>
            <a:r>
              <a:rPr lang="en-US" dirty="0"/>
              <a:t>This is a huge advantage over eMMC.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724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9B3E-025D-81D9-76E6-CD5ECD36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Command Issue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C63B2-548C-A69F-D888-C14F4D215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What happens</a:t>
            </a:r>
          </a:p>
          <a:p>
            <a:r>
              <a:rPr lang="en-US" dirty="0"/>
              <a:t>Host places: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READ / WRITE command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Logical address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Transfer length</a:t>
            </a:r>
          </a:p>
          <a:p>
            <a:r>
              <a:rPr lang="en-US" dirty="0"/>
              <a:t>Command goes into the queue</a:t>
            </a:r>
          </a:p>
          <a:p>
            <a:r>
              <a:rPr lang="en-US" dirty="0"/>
              <a:t> CPU is </a:t>
            </a:r>
            <a:r>
              <a:rPr lang="en-US" b="1" dirty="0"/>
              <a:t>free</a:t>
            </a:r>
            <a:r>
              <a:rPr lang="en-US" dirty="0"/>
              <a:t> after issuing command</a:t>
            </a:r>
          </a:p>
          <a:p>
            <a:r>
              <a:rPr lang="en-US" dirty="0"/>
              <a:t> Storage works independently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A4EE6-7431-6218-FBC9-48B985A62151}"/>
              </a:ext>
            </a:extLst>
          </p:cNvPr>
          <p:cNvSpPr txBox="1"/>
          <p:nvPr/>
        </p:nvSpPr>
        <p:spPr>
          <a:xfrm>
            <a:off x="6002866" y="274290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Host (SoC)</a:t>
            </a:r>
          </a:p>
          <a:p>
            <a:r>
              <a:rPr lang="en-IN" dirty="0"/>
              <a:t> ├─ Command Slot 0 ──► READ</a:t>
            </a:r>
          </a:p>
          <a:p>
            <a:r>
              <a:rPr lang="en-IN" dirty="0"/>
              <a:t> ├─ Command Slot 1 ──► WRITE</a:t>
            </a:r>
          </a:p>
          <a:p>
            <a:r>
              <a:rPr lang="en-IN" dirty="0"/>
              <a:t> ├─ Command Slot 2 ──► READ</a:t>
            </a:r>
          </a:p>
          <a:p>
            <a:r>
              <a:rPr lang="en-IN" dirty="0"/>
              <a:t> └─ Command Slot 3 ──► FLUSH</a:t>
            </a:r>
          </a:p>
          <a:p>
            <a:r>
              <a:rPr lang="en-IN" dirty="0"/>
              <a:t>          │</a:t>
            </a:r>
          </a:p>
          <a:p>
            <a:r>
              <a:rPr lang="en-IN" dirty="0"/>
              <a:t>          ▼</a:t>
            </a:r>
          </a:p>
          <a:p>
            <a:r>
              <a:rPr lang="en-IN" dirty="0"/>
              <a:t>     UFS Device</a:t>
            </a:r>
          </a:p>
          <a:p>
            <a:r>
              <a:rPr lang="en-IN" dirty="0"/>
              <a:t>   (processes commands</a:t>
            </a:r>
          </a:p>
          <a:p>
            <a:r>
              <a:rPr lang="en-IN" dirty="0"/>
              <a:t>    in parallel)</a:t>
            </a:r>
          </a:p>
        </p:txBody>
      </p:sp>
    </p:spTree>
    <p:extLst>
      <p:ext uri="{BB962C8B-B14F-4D97-AF65-F5344CB8AC3E}">
        <p14:creationId xmlns:p14="http://schemas.microsoft.com/office/powerpoint/2010/main" val="15661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8909E-8788-70B5-F366-4304A35CA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Full-Duplex Data Transfer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60A4-450F-51B4-1FD7-A3DB62E4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                 What happens</a:t>
            </a:r>
          </a:p>
          <a:p>
            <a:r>
              <a:rPr lang="en-US" dirty="0"/>
              <a:t>Read and Write happen at the same time</a:t>
            </a:r>
          </a:p>
          <a:p>
            <a:r>
              <a:rPr lang="en-US" dirty="0"/>
              <a:t>Separate TX and RX paths</a:t>
            </a:r>
          </a:p>
          <a:p>
            <a:pPr marL="0" indent="0">
              <a:buNone/>
            </a:pPr>
            <a:r>
              <a:rPr lang="en-US" b="1" dirty="0"/>
              <a:t>                   Example</a:t>
            </a:r>
          </a:p>
          <a:p>
            <a:r>
              <a:rPr lang="en-US" dirty="0"/>
              <a:t>Reading app data</a:t>
            </a:r>
          </a:p>
          <a:p>
            <a:r>
              <a:rPr lang="en-US" dirty="0"/>
              <a:t>Writing camera video Simultaneously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61BE18-3941-CC56-7DEC-E23A5DD28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936" y="3008525"/>
            <a:ext cx="4473328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40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7D3B-8E13-3AAA-AF3E-317EF270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Flash Management (inside device)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A0EB0-DE4A-AF41-C42A-C2E3C434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                     What happens internally</a:t>
            </a:r>
          </a:p>
          <a:p>
            <a:r>
              <a:rPr lang="en-IN" dirty="0"/>
              <a:t>UFS device controller handles:</a:t>
            </a:r>
          </a:p>
          <a:p>
            <a:r>
              <a:rPr lang="en-IN" dirty="0"/>
              <a:t>Logical → Physical mapping</a:t>
            </a:r>
          </a:p>
          <a:p>
            <a:r>
              <a:rPr lang="en-IN" dirty="0"/>
              <a:t>Wear </a:t>
            </a:r>
            <a:r>
              <a:rPr lang="en-IN" dirty="0" err="1"/>
              <a:t>leveling</a:t>
            </a:r>
            <a:endParaRPr lang="en-IN" dirty="0"/>
          </a:p>
          <a:p>
            <a:r>
              <a:rPr lang="en-IN" dirty="0"/>
              <a:t>Bad block management</a:t>
            </a:r>
          </a:p>
          <a:p>
            <a:r>
              <a:rPr lang="en-IN" dirty="0"/>
              <a:t>ECC error correction</a:t>
            </a:r>
          </a:p>
          <a:p>
            <a:pPr marL="0" indent="0">
              <a:buNone/>
            </a:pPr>
            <a:r>
              <a:rPr lang="en-IN" b="1" dirty="0"/>
              <a:t>                      Important point</a:t>
            </a:r>
          </a:p>
          <a:p>
            <a:r>
              <a:rPr lang="en-IN" dirty="0"/>
              <a:t>Host never sees raw NAND</a:t>
            </a:r>
          </a:p>
          <a:p>
            <a:r>
              <a:rPr lang="en-IN" dirty="0"/>
              <a:t>Everything is abstracted</a:t>
            </a:r>
          </a:p>
          <a:p>
            <a:r>
              <a:rPr lang="en-IN" dirty="0"/>
              <a:t> Makes system design simple and reliable.</a:t>
            </a:r>
          </a:p>
          <a:p>
            <a:endParaRPr lang="en-IN" dirty="0"/>
          </a:p>
        </p:txBody>
      </p:sp>
      <p:sp>
        <p:nvSpPr>
          <p:cNvPr id="4" name="AutoShape 2" descr="NAND Flash Memory Analysis and Decoding - Unveiling ECC Scattering in  Unknown Devices | Lets Hack It">
            <a:extLst>
              <a:ext uri="{FF2B5EF4-FFF2-40B4-BE49-F238E27FC236}">
                <a16:creationId xmlns:a16="http://schemas.microsoft.com/office/drawing/2014/main" id="{DAD778C8-A3EF-14CD-A20B-38EB51E3AA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86E420-771B-12DA-4571-05D9BB4E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296" y="2368020"/>
            <a:ext cx="56197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36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AD74-0004-33D8-6D19-2D4FA5B1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Command Completion &amp; Interrupt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20DB7-7B49-1453-CF0C-7F9C5CC9E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                      What happens</a:t>
            </a:r>
          </a:p>
          <a:p>
            <a:r>
              <a:rPr lang="en-US" dirty="0"/>
              <a:t>Device finishes command</a:t>
            </a:r>
          </a:p>
          <a:p>
            <a:r>
              <a:rPr lang="en-US" dirty="0"/>
              <a:t>Sends completion response</a:t>
            </a:r>
          </a:p>
          <a:p>
            <a:r>
              <a:rPr lang="en-US" dirty="0"/>
              <a:t>Host receives interrupt</a:t>
            </a:r>
          </a:p>
          <a:p>
            <a:r>
              <a:rPr lang="en-US" dirty="0"/>
              <a:t>Command slot is freed</a:t>
            </a:r>
          </a:p>
          <a:p>
            <a:r>
              <a:rPr lang="en-US" dirty="0"/>
              <a:t>Host can immediately issue new commands</a:t>
            </a:r>
          </a:p>
          <a:p>
            <a:pPr marL="0" indent="0">
              <a:buNone/>
            </a:pPr>
            <a:r>
              <a:rPr lang="en-US" dirty="0"/>
              <a:t>   After Step 8:</a:t>
            </a:r>
          </a:p>
          <a:p>
            <a:pPr marL="0" indent="0">
              <a:buNone/>
            </a:pPr>
            <a:r>
              <a:rPr lang="en-US" dirty="0"/>
              <a:t>              Steps </a:t>
            </a:r>
            <a:r>
              <a:rPr lang="en-US" b="1" dirty="0"/>
              <a:t>5 → 8 repeat continuously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Link may drop to </a:t>
            </a:r>
            <a:r>
              <a:rPr lang="en-US" b="1" dirty="0"/>
              <a:t>low power</a:t>
            </a:r>
            <a:r>
              <a:rPr lang="en-US" dirty="0"/>
              <a:t> when idle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098" name="Picture 2" descr="Schematic diagram of interrupt flow | Download Scientific Diagram">
            <a:extLst>
              <a:ext uri="{FF2B5EF4-FFF2-40B4-BE49-F238E27FC236}">
                <a16:creationId xmlns:a16="http://schemas.microsoft.com/office/drawing/2014/main" id="{E1B18C92-CD8E-E2F1-2FF9-977FEC334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133" y="2603500"/>
            <a:ext cx="5130800" cy="349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289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7ED1-17FB-7B58-8B2D-6C88F93B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D3CAAF-40E3-3582-D858-B17A6C654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4679" y="2603500"/>
            <a:ext cx="6126954" cy="34163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8FB88-50AD-7CAE-5ACC-AA156E02E5C4}"/>
              </a:ext>
            </a:extLst>
          </p:cNvPr>
          <p:cNvSpPr txBox="1"/>
          <p:nvPr/>
        </p:nvSpPr>
        <p:spPr>
          <a:xfrm>
            <a:off x="7033334" y="3059668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SCSI = Small Computer System Interface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5110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3B1D-4E2A-8D6B-FE1D-CBD98974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5F0F74-10EB-B0DB-71E7-6898239C8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6764" y="2603500"/>
            <a:ext cx="7342785" cy="3416300"/>
          </a:xfrm>
        </p:spPr>
      </p:pic>
    </p:spTree>
    <p:extLst>
      <p:ext uri="{BB962C8B-B14F-4D97-AF65-F5344CB8AC3E}">
        <p14:creationId xmlns:p14="http://schemas.microsoft.com/office/powerpoint/2010/main" val="1001728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0EF4-C883-A2F6-6EAD-8E5475C9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8B96E1-46A4-0CDA-DAD3-2C4057A3A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185" y="2603500"/>
            <a:ext cx="8655942" cy="3416300"/>
          </a:xfrm>
        </p:spPr>
      </p:pic>
    </p:spTree>
    <p:extLst>
      <p:ext uri="{BB962C8B-B14F-4D97-AF65-F5344CB8AC3E}">
        <p14:creationId xmlns:p14="http://schemas.microsoft.com/office/powerpoint/2010/main" val="1502844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F444-A82F-82D8-90B0-85D7745F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A570D-7E01-6344-8966-BF78333B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 High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Much faster read/write speeds than eMMC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high-speed gears (UFS 3.x / 4.0)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 Full-Duplex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read and write at the same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Separate TX and RX paths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Smooth multitasking (video recording + app loading).</a:t>
            </a:r>
          </a:p>
          <a:p>
            <a:r>
              <a:rPr lang="en-IN" b="1" dirty="0"/>
              <a:t> Command Queues (Low Latency)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Multiple commands in flight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SCSI-based queue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CPU doesn’t wait for storage → better responsiveness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413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1FDD-A8E3-7A54-32FC-CA0B9BAC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82BC3-F01F-17D6-A3AD-1062936ED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Better Power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Dynamic power modes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Lanes and clocks shut down when idle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Faster + lower battery drain.</a:t>
            </a:r>
          </a:p>
          <a:p>
            <a:r>
              <a:rPr lang="en-IN" b="1" dirty="0"/>
              <a:t>Scalable &amp; Future-Ready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Higher gears and lanes can be added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Backward compatible across versions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Long-term ecosystem stability.</a:t>
            </a:r>
          </a:p>
          <a:p>
            <a:r>
              <a:rPr lang="en-IN" b="1" dirty="0"/>
              <a:t> Enterprise-Like Reliability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Advanced </a:t>
            </a:r>
            <a:r>
              <a:rPr lang="en-IN" b="1" dirty="0"/>
              <a:t>ECC </a:t>
            </a:r>
            <a:r>
              <a:rPr lang="en-IN" dirty="0"/>
              <a:t>(Error </a:t>
            </a:r>
            <a:r>
              <a:rPr lang="en-IN" dirty="0" err="1"/>
              <a:t>Corretion</a:t>
            </a:r>
            <a:r>
              <a:rPr lang="en-IN" dirty="0"/>
              <a:t> Code)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Higher data integrity.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226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8259-970E-07EE-3365-AFEE9356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09B9-E64E-5AFC-7DD1-43E659715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908" y="2662767"/>
            <a:ext cx="8825659" cy="3416300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Higher Cost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Design Complexity </a:t>
            </a:r>
            <a:r>
              <a:rPr lang="en-IN" dirty="0"/>
              <a:t>Requires:</a:t>
            </a:r>
          </a:p>
          <a:p>
            <a:pPr lvl="1"/>
            <a:r>
              <a:rPr lang="en-IN" dirty="0"/>
              <a:t>M-PHY</a:t>
            </a:r>
          </a:p>
          <a:p>
            <a:pPr lvl="1"/>
            <a:r>
              <a:rPr lang="en-IN" dirty="0" err="1"/>
              <a:t>UniPro</a:t>
            </a:r>
            <a:endParaRPr lang="en-IN" dirty="0"/>
          </a:p>
          <a:p>
            <a:pPr lvl="1"/>
            <a:r>
              <a:rPr lang="en-IN" dirty="0"/>
              <a:t>Complex link startup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Soldered on 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Cannot be replaced by user</a:t>
            </a:r>
          </a:p>
          <a:p>
            <a:pPr marL="0" indent="0">
              <a:buNone/>
            </a:pPr>
            <a:r>
              <a:rPr lang="en-IN" b="1" dirty="0"/>
              <a:t>Overkill for Low-End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Simple IoT devices don’t need high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eMMC is cheaper and sufficient.</a:t>
            </a:r>
          </a:p>
          <a:p>
            <a:pPr marL="0" indent="0">
              <a:buNone/>
            </a:pPr>
            <a:r>
              <a:rPr lang="en-IN" b="1" dirty="0"/>
              <a:t> Thermal 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High-speed operation can generate heat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801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A650-909C-5062-0355-3C0D70E1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Emphasis and De-emphasis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3D370-7063-BE22-2A9F-F597A1830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Emphasis and de-emphasis are transmitter equalization techniques that shape signals to overcome channel loss and keep high-speed data reliable.</a:t>
            </a:r>
            <a:endParaRPr lang="en-US" b="1" dirty="0"/>
          </a:p>
          <a:p>
            <a:r>
              <a:rPr lang="en-US" b="1" dirty="0"/>
              <a:t>Emphasis</a:t>
            </a:r>
            <a:r>
              <a:rPr lang="en-US" dirty="0"/>
              <a:t> means intentionally boosting certain parts of a signal at the transmitter .</a:t>
            </a:r>
          </a:p>
          <a:p>
            <a:r>
              <a:rPr lang="en-US" dirty="0"/>
              <a:t>In high-speed links, the boosted part is usually the transitions (high-frequency content).</a:t>
            </a:r>
          </a:p>
          <a:p>
            <a:pPr marL="0" indent="0">
              <a:buNone/>
            </a:pPr>
            <a:r>
              <a:rPr lang="en-US" b="1" dirty="0"/>
              <a:t>              Why it’s needed</a:t>
            </a:r>
          </a:p>
          <a:p>
            <a:r>
              <a:rPr lang="en-US" dirty="0"/>
              <a:t>High frequencies get attenuated more than low frequencies</a:t>
            </a:r>
          </a:p>
          <a:p>
            <a:r>
              <a:rPr lang="en-US" dirty="0"/>
              <a:t>Emphasis sharpens the edges so the receiver sees clean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929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C4F8-B167-6FFC-BB3A-30EB887C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De-emphasis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A87C0-FBFD-A194-1791-4BDFA2BDD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De-emphasis</a:t>
            </a:r>
            <a:r>
              <a:rPr lang="en-US" dirty="0"/>
              <a:t> means reducing the steady-state level of the signal relative to </a:t>
            </a:r>
            <a:r>
              <a:rPr lang="en-US"/>
              <a:t>transitions at the transmitter.</a:t>
            </a:r>
            <a:endParaRPr lang="en-US" dirty="0"/>
          </a:p>
          <a:p>
            <a:r>
              <a:rPr lang="en-US" dirty="0"/>
              <a:t>It achieves the same goal as emphasis, but from the opposite angle.</a:t>
            </a:r>
          </a:p>
          <a:p>
            <a:r>
              <a:rPr lang="en-US" dirty="0"/>
              <a:t>Transitions stay strong</a:t>
            </a:r>
          </a:p>
          <a:p>
            <a:r>
              <a:rPr lang="en-US" dirty="0"/>
              <a:t>Long runs of 1s or 0s are weaker</a:t>
            </a:r>
          </a:p>
          <a:p>
            <a:r>
              <a:rPr lang="en-US" dirty="0"/>
              <a:t>Specs often quote de-emphasis in dB (e.g., −3.5 dB).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681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324E-D39B-8C1E-9930-7A3B2CA0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FFE7-AAA4-7906-E465-72D673446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Emphasis</a:t>
            </a:r>
            <a:r>
              <a:rPr lang="en-US" dirty="0"/>
              <a:t> → </a:t>
            </a:r>
            <a:r>
              <a:rPr lang="en-US" i="1" dirty="0"/>
              <a:t>boost what matters</a:t>
            </a:r>
            <a:endParaRPr lang="en-US" dirty="0"/>
          </a:p>
          <a:p>
            <a:r>
              <a:rPr lang="en-US" b="1" dirty="0"/>
              <a:t>De-emphasis</a:t>
            </a:r>
            <a:r>
              <a:rPr lang="en-US" dirty="0"/>
              <a:t> → </a:t>
            </a:r>
            <a:r>
              <a:rPr lang="en-US" i="1" dirty="0"/>
              <a:t>reduce what causes problems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Both are forms of </a:t>
            </a:r>
            <a:r>
              <a:rPr lang="en-US" b="1" dirty="0"/>
              <a:t>TX equalization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049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05C6-FC9D-CFE7-2390-064CD0B0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75E78285-E7C6-9112-6CDA-64EE7D566F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43" y="0"/>
            <a:ext cx="11652514" cy="634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613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8" ma:contentTypeDescription="Create a new document." ma:contentTypeScope="" ma:versionID="3d24ed15395863622458c9612afe9077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bf5387ec6775c7ffa55b69cbb25365ff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A4A8CB-2CE5-41A8-A6B1-02FC989F71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00218E-0F3E-4CE1-8C3E-06B36DBF8AC0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ec91e78c-53b9-49d2-80fe-2267c9de2ac1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0D9D82E-53F4-4234-B78D-4819DF7BC1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1e78c-53b9-49d2-80fe-2267c9de2a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{5119D6F7-8300-4A42-AC6D-6E18C3E4D879}TF229edf6a-8a49-49ee-a0a6-5037052947485fb3ca0c-bc27bf41d645</Template>
  <TotalTime>467</TotalTime>
  <Words>1135</Words>
  <Application>Microsoft Office PowerPoint</Application>
  <PresentationFormat>Widescreen</PresentationFormat>
  <Paragraphs>187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Century Gothic</vt:lpstr>
      <vt:lpstr>Wingdings</vt:lpstr>
      <vt:lpstr>Wingdings 3</vt:lpstr>
      <vt:lpstr>Ion Boardroom</vt:lpstr>
      <vt:lpstr> UFS(Universal Flash Storage)</vt:lpstr>
      <vt:lpstr>           Introduction</vt:lpstr>
      <vt:lpstr>               Why UFS</vt:lpstr>
      <vt:lpstr>            UFS Versions</vt:lpstr>
      <vt:lpstr>     </vt:lpstr>
      <vt:lpstr>              How UFS Works</vt:lpstr>
      <vt:lpstr>     Power-on &amp; Reset Step</vt:lpstr>
      <vt:lpstr>        Link Startup (M-PHY + UniPro)</vt:lpstr>
      <vt:lpstr>           Device Initialization</vt:lpstr>
      <vt:lpstr>          Command Queue Setup</vt:lpstr>
      <vt:lpstr>           Command Issue</vt:lpstr>
      <vt:lpstr>        Full-Duplex Data Transfer</vt:lpstr>
      <vt:lpstr>      Flash Management (inside device)</vt:lpstr>
      <vt:lpstr>   Command Completion &amp; Interrupt</vt:lpstr>
      <vt:lpstr>   </vt:lpstr>
      <vt:lpstr>         </vt:lpstr>
      <vt:lpstr>             </vt:lpstr>
      <vt:lpstr>                  Advantages</vt:lpstr>
      <vt:lpstr>   </vt:lpstr>
      <vt:lpstr>        Disadvantages</vt:lpstr>
      <vt:lpstr>Emphasis and De-emphasis</vt:lpstr>
      <vt:lpstr>             De-emphasis</vt:lpstr>
      <vt:lpstr>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1</cp:revision>
  <dcterms:created xsi:type="dcterms:W3CDTF">2026-02-06T06:42:11Z</dcterms:created>
  <dcterms:modified xsi:type="dcterms:W3CDTF">2026-02-11T11:38:55Z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