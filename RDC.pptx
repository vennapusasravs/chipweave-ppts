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2"/>
  </p:notesMasterIdLst>
  <p:sldIdLst>
    <p:sldId id="256" r:id="rId5"/>
    <p:sldId id="277" r:id="rId6"/>
    <p:sldId id="257" r:id="rId7"/>
    <p:sldId id="258" r:id="rId8"/>
    <p:sldId id="262" r:id="rId9"/>
    <p:sldId id="259" r:id="rId10"/>
    <p:sldId id="260" r:id="rId11"/>
    <p:sldId id="261" r:id="rId12"/>
    <p:sldId id="263" r:id="rId13"/>
    <p:sldId id="264" r:id="rId14"/>
    <p:sldId id="265" r:id="rId15"/>
    <p:sldId id="267" r:id="rId16"/>
    <p:sldId id="268" r:id="rId17"/>
    <p:sldId id="269" r:id="rId18"/>
    <p:sldId id="270" r:id="rId19"/>
    <p:sldId id="271" r:id="rId20"/>
    <p:sldId id="272" r:id="rId21"/>
    <p:sldId id="273" r:id="rId22"/>
    <p:sldId id="274" r:id="rId23"/>
    <p:sldId id="275" r:id="rId24"/>
    <p:sldId id="278" r:id="rId25"/>
    <p:sldId id="276" r:id="rId26"/>
    <p:sldId id="279" r:id="rId27"/>
    <p:sldId id="280" r:id="rId28"/>
    <p:sldId id="281" r:id="rId29"/>
    <p:sldId id="282" r:id="rId30"/>
    <p:sldId id="26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ADA7CF-D64E-4737-B392-B4069D60DD93}" v="112" dt="2026-02-25T11:14:21.9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7" d="100"/>
          <a:sy n="97" d="100"/>
        </p:scale>
        <p:origin x="96"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thi Vennapusa" userId="06105391-ac9e-4186-a41e-395274e1b189" providerId="ADAL" clId="{9B2BFCF3-BB9D-4917-9B53-4ED52D43BFF8}"/>
    <pc:docChg chg="undo custSel addSld delSld modSld sldOrd">
      <pc:chgData name="sravanthi Vennapusa" userId="06105391-ac9e-4186-a41e-395274e1b189" providerId="ADAL" clId="{9B2BFCF3-BB9D-4917-9B53-4ED52D43BFF8}" dt="2026-02-25T11:15:36.543" v="2604" actId="47"/>
      <pc:docMkLst>
        <pc:docMk/>
      </pc:docMkLst>
      <pc:sldChg chg="modSp mod">
        <pc:chgData name="sravanthi Vennapusa" userId="06105391-ac9e-4186-a41e-395274e1b189" providerId="ADAL" clId="{9B2BFCF3-BB9D-4917-9B53-4ED52D43BFF8}" dt="2026-02-24T14:56:34.224" v="1482" actId="20577"/>
        <pc:sldMkLst>
          <pc:docMk/>
          <pc:sldMk cId="4028118271" sldId="256"/>
        </pc:sldMkLst>
        <pc:spChg chg="mod">
          <ac:chgData name="sravanthi Vennapusa" userId="06105391-ac9e-4186-a41e-395274e1b189" providerId="ADAL" clId="{9B2BFCF3-BB9D-4917-9B53-4ED52D43BFF8}" dt="2026-02-24T14:56:34.224" v="1482" actId="20577"/>
          <ac:spMkLst>
            <pc:docMk/>
            <pc:sldMk cId="4028118271" sldId="256"/>
            <ac:spMk id="2" creationId="{0BD1A888-4E85-3D27-197A-AFD25E8298A0}"/>
          </ac:spMkLst>
        </pc:spChg>
      </pc:sldChg>
      <pc:sldChg chg="modSp mod">
        <pc:chgData name="sravanthi Vennapusa" userId="06105391-ac9e-4186-a41e-395274e1b189" providerId="ADAL" clId="{9B2BFCF3-BB9D-4917-9B53-4ED52D43BFF8}" dt="2026-02-25T07:03:28.586" v="2172" actId="20577"/>
        <pc:sldMkLst>
          <pc:docMk/>
          <pc:sldMk cId="79756647" sldId="257"/>
        </pc:sldMkLst>
        <pc:spChg chg="mod">
          <ac:chgData name="sravanthi Vennapusa" userId="06105391-ac9e-4186-a41e-395274e1b189" providerId="ADAL" clId="{9B2BFCF3-BB9D-4917-9B53-4ED52D43BFF8}" dt="2026-02-25T07:03:28.586" v="2172" actId="20577"/>
          <ac:spMkLst>
            <pc:docMk/>
            <pc:sldMk cId="79756647" sldId="257"/>
            <ac:spMk id="2" creationId="{2E7E8DB6-2CF1-A081-2C72-DD52D46DA8A4}"/>
          </ac:spMkLst>
        </pc:spChg>
      </pc:sldChg>
      <pc:sldChg chg="modSp mod">
        <pc:chgData name="sravanthi Vennapusa" userId="06105391-ac9e-4186-a41e-395274e1b189" providerId="ADAL" clId="{9B2BFCF3-BB9D-4917-9B53-4ED52D43BFF8}" dt="2026-02-24T14:53:20.081" v="1403" actId="20577"/>
        <pc:sldMkLst>
          <pc:docMk/>
          <pc:sldMk cId="4167603791" sldId="258"/>
        </pc:sldMkLst>
        <pc:spChg chg="mod">
          <ac:chgData name="sravanthi Vennapusa" userId="06105391-ac9e-4186-a41e-395274e1b189" providerId="ADAL" clId="{9B2BFCF3-BB9D-4917-9B53-4ED52D43BFF8}" dt="2026-02-18T04:36:56.579" v="3" actId="20577"/>
          <ac:spMkLst>
            <pc:docMk/>
            <pc:sldMk cId="4167603791" sldId="258"/>
            <ac:spMk id="2" creationId="{A52ED689-7F52-3379-9500-AA2B25CED137}"/>
          </ac:spMkLst>
        </pc:spChg>
        <pc:spChg chg="mod">
          <ac:chgData name="sravanthi Vennapusa" userId="06105391-ac9e-4186-a41e-395274e1b189" providerId="ADAL" clId="{9B2BFCF3-BB9D-4917-9B53-4ED52D43BFF8}" dt="2026-02-24T14:53:20.081" v="1403" actId="20577"/>
          <ac:spMkLst>
            <pc:docMk/>
            <pc:sldMk cId="4167603791" sldId="258"/>
            <ac:spMk id="3" creationId="{200C9CFD-ADAF-B07F-B521-209B6DAFD876}"/>
          </ac:spMkLst>
        </pc:spChg>
      </pc:sldChg>
      <pc:sldChg chg="modSp mod">
        <pc:chgData name="sravanthi Vennapusa" userId="06105391-ac9e-4186-a41e-395274e1b189" providerId="ADAL" clId="{9B2BFCF3-BB9D-4917-9B53-4ED52D43BFF8}" dt="2026-02-25T07:03:16.465" v="2148" actId="20577"/>
        <pc:sldMkLst>
          <pc:docMk/>
          <pc:sldMk cId="1019261182" sldId="259"/>
        </pc:sldMkLst>
        <pc:spChg chg="mod">
          <ac:chgData name="sravanthi Vennapusa" userId="06105391-ac9e-4186-a41e-395274e1b189" providerId="ADAL" clId="{9B2BFCF3-BB9D-4917-9B53-4ED52D43BFF8}" dt="2026-02-25T07:03:16.465" v="2148" actId="20577"/>
          <ac:spMkLst>
            <pc:docMk/>
            <pc:sldMk cId="1019261182" sldId="259"/>
            <ac:spMk id="2" creationId="{CD4C6102-759D-1949-D3A0-33E10B4A860B}"/>
          </ac:spMkLst>
        </pc:spChg>
        <pc:spChg chg="mod">
          <ac:chgData name="sravanthi Vennapusa" userId="06105391-ac9e-4186-a41e-395274e1b189" providerId="ADAL" clId="{9B2BFCF3-BB9D-4917-9B53-4ED52D43BFF8}" dt="2026-02-25T06:46:17.437" v="2013" actId="20577"/>
          <ac:spMkLst>
            <pc:docMk/>
            <pc:sldMk cId="1019261182" sldId="259"/>
            <ac:spMk id="3" creationId="{058B9635-BECE-C546-8A4A-EF2FFD36FAFF}"/>
          </ac:spMkLst>
        </pc:spChg>
      </pc:sldChg>
      <pc:sldChg chg="addSp modSp new mod">
        <pc:chgData name="sravanthi Vennapusa" userId="06105391-ac9e-4186-a41e-395274e1b189" providerId="ADAL" clId="{9B2BFCF3-BB9D-4917-9B53-4ED52D43BFF8}" dt="2026-02-24T14:55:25.510" v="1455" actId="1076"/>
        <pc:sldMkLst>
          <pc:docMk/>
          <pc:sldMk cId="3861045935" sldId="260"/>
        </pc:sldMkLst>
        <pc:spChg chg="mod">
          <ac:chgData name="sravanthi Vennapusa" userId="06105391-ac9e-4186-a41e-395274e1b189" providerId="ADAL" clId="{9B2BFCF3-BB9D-4917-9B53-4ED52D43BFF8}" dt="2026-02-19T04:05:18.635" v="495" actId="20577"/>
          <ac:spMkLst>
            <pc:docMk/>
            <pc:sldMk cId="3861045935" sldId="260"/>
            <ac:spMk id="2" creationId="{F72B7A2D-862A-624B-9F86-920F4DFD33C3}"/>
          </ac:spMkLst>
        </pc:spChg>
        <pc:spChg chg="mod">
          <ac:chgData name="sravanthi Vennapusa" userId="06105391-ac9e-4186-a41e-395274e1b189" providerId="ADAL" clId="{9B2BFCF3-BB9D-4917-9B53-4ED52D43BFF8}" dt="2026-02-24T14:55:18.283" v="1454" actId="20577"/>
          <ac:spMkLst>
            <pc:docMk/>
            <pc:sldMk cId="3861045935" sldId="260"/>
            <ac:spMk id="3" creationId="{EC9674AD-8749-FA1E-A209-CC19C333C66E}"/>
          </ac:spMkLst>
        </pc:spChg>
        <pc:picChg chg="add mod">
          <ac:chgData name="sravanthi Vennapusa" userId="06105391-ac9e-4186-a41e-395274e1b189" providerId="ADAL" clId="{9B2BFCF3-BB9D-4917-9B53-4ED52D43BFF8}" dt="2026-02-24T14:55:25.510" v="1455" actId="1076"/>
          <ac:picMkLst>
            <pc:docMk/>
            <pc:sldMk cId="3861045935" sldId="260"/>
            <ac:picMk id="1026" creationId="{9B70868F-4ACE-0E97-D6B9-039AFA914996}"/>
          </ac:picMkLst>
        </pc:picChg>
      </pc:sldChg>
      <pc:sldChg chg="modSp new mod">
        <pc:chgData name="sravanthi Vennapusa" userId="06105391-ac9e-4186-a41e-395274e1b189" providerId="ADAL" clId="{9B2BFCF3-BB9D-4917-9B53-4ED52D43BFF8}" dt="2026-02-25T10:29:03.946" v="2368" actId="5793"/>
        <pc:sldMkLst>
          <pc:docMk/>
          <pc:sldMk cId="370368549" sldId="261"/>
        </pc:sldMkLst>
        <pc:spChg chg="mod">
          <ac:chgData name="sravanthi Vennapusa" userId="06105391-ac9e-4186-a41e-395274e1b189" providerId="ADAL" clId="{9B2BFCF3-BB9D-4917-9B53-4ED52D43BFF8}" dt="2026-02-19T03:47:36.717" v="113" actId="255"/>
          <ac:spMkLst>
            <pc:docMk/>
            <pc:sldMk cId="370368549" sldId="261"/>
            <ac:spMk id="2" creationId="{7D098F37-4CA2-DA57-E046-32046E387A5F}"/>
          </ac:spMkLst>
        </pc:spChg>
        <pc:spChg chg="mod">
          <ac:chgData name="sravanthi Vennapusa" userId="06105391-ac9e-4186-a41e-395274e1b189" providerId="ADAL" clId="{9B2BFCF3-BB9D-4917-9B53-4ED52D43BFF8}" dt="2026-02-25T10:29:03.946" v="2368" actId="5793"/>
          <ac:spMkLst>
            <pc:docMk/>
            <pc:sldMk cId="370368549" sldId="261"/>
            <ac:spMk id="3" creationId="{2A3B2C5C-7120-3DBD-42C3-17D3EA08D212}"/>
          </ac:spMkLst>
        </pc:spChg>
      </pc:sldChg>
      <pc:sldChg chg="modSp new mod">
        <pc:chgData name="sravanthi Vennapusa" userId="06105391-ac9e-4186-a41e-395274e1b189" providerId="ADAL" clId="{9B2BFCF3-BB9D-4917-9B53-4ED52D43BFF8}" dt="2026-02-19T04:00:15.865" v="456" actId="20577"/>
        <pc:sldMkLst>
          <pc:docMk/>
          <pc:sldMk cId="3909678517" sldId="262"/>
        </pc:sldMkLst>
        <pc:spChg chg="mod">
          <ac:chgData name="sravanthi Vennapusa" userId="06105391-ac9e-4186-a41e-395274e1b189" providerId="ADAL" clId="{9B2BFCF3-BB9D-4917-9B53-4ED52D43BFF8}" dt="2026-02-19T03:47:00.286" v="111" actId="20577"/>
          <ac:spMkLst>
            <pc:docMk/>
            <pc:sldMk cId="3909678517" sldId="262"/>
            <ac:spMk id="2" creationId="{A935798C-AB8F-EE74-23A8-3F02257B7419}"/>
          </ac:spMkLst>
        </pc:spChg>
        <pc:spChg chg="mod">
          <ac:chgData name="sravanthi Vennapusa" userId="06105391-ac9e-4186-a41e-395274e1b189" providerId="ADAL" clId="{9B2BFCF3-BB9D-4917-9B53-4ED52D43BFF8}" dt="2026-02-19T04:00:15.865" v="456" actId="20577"/>
          <ac:spMkLst>
            <pc:docMk/>
            <pc:sldMk cId="3909678517" sldId="262"/>
            <ac:spMk id="3" creationId="{43C285C2-6A85-9542-0018-ECE9A76A9959}"/>
          </ac:spMkLst>
        </pc:spChg>
      </pc:sldChg>
      <pc:sldChg chg="addSp delSp modSp new mod">
        <pc:chgData name="sravanthi Vennapusa" userId="06105391-ac9e-4186-a41e-395274e1b189" providerId="ADAL" clId="{9B2BFCF3-BB9D-4917-9B53-4ED52D43BFF8}" dt="2026-02-25T06:37:00.354" v="1751" actId="1076"/>
        <pc:sldMkLst>
          <pc:docMk/>
          <pc:sldMk cId="608544399" sldId="263"/>
        </pc:sldMkLst>
        <pc:spChg chg="mod">
          <ac:chgData name="sravanthi Vennapusa" userId="06105391-ac9e-4186-a41e-395274e1b189" providerId="ADAL" clId="{9B2BFCF3-BB9D-4917-9B53-4ED52D43BFF8}" dt="2026-02-19T03:51:03.625" v="212" actId="20577"/>
          <ac:spMkLst>
            <pc:docMk/>
            <pc:sldMk cId="608544399" sldId="263"/>
            <ac:spMk id="2" creationId="{710F839C-EB3D-BD56-71E0-3390718491CC}"/>
          </ac:spMkLst>
        </pc:spChg>
        <pc:spChg chg="add mod">
          <ac:chgData name="sravanthi Vennapusa" userId="06105391-ac9e-4186-a41e-395274e1b189" providerId="ADAL" clId="{9B2BFCF3-BB9D-4917-9B53-4ED52D43BFF8}" dt="2026-02-25T06:36:50.200" v="1750" actId="20577"/>
          <ac:spMkLst>
            <pc:docMk/>
            <pc:sldMk cId="608544399" sldId="263"/>
            <ac:spMk id="4" creationId="{BDB93699-FF59-7920-920A-DB36E3723181}"/>
          </ac:spMkLst>
        </pc:spChg>
        <pc:picChg chg="add del mod ord">
          <ac:chgData name="sravanthi Vennapusa" userId="06105391-ac9e-4186-a41e-395274e1b189" providerId="ADAL" clId="{9B2BFCF3-BB9D-4917-9B53-4ED52D43BFF8}" dt="2026-02-25T06:29:58.048" v="1483" actId="478"/>
          <ac:picMkLst>
            <pc:docMk/>
            <pc:sldMk cId="608544399" sldId="263"/>
            <ac:picMk id="5" creationId="{7B4EF2A9-FC5E-C0FB-9543-BD5F41E27F68}"/>
          </ac:picMkLst>
        </pc:picChg>
        <pc:picChg chg="add mod">
          <ac:chgData name="sravanthi Vennapusa" userId="06105391-ac9e-4186-a41e-395274e1b189" providerId="ADAL" clId="{9B2BFCF3-BB9D-4917-9B53-4ED52D43BFF8}" dt="2026-02-25T06:37:00.354" v="1751" actId="1076"/>
          <ac:picMkLst>
            <pc:docMk/>
            <pc:sldMk cId="608544399" sldId="263"/>
            <ac:picMk id="7" creationId="{B7D5A75F-EC12-E6A2-9F31-58258A1C735F}"/>
          </ac:picMkLst>
        </pc:picChg>
      </pc:sldChg>
      <pc:sldChg chg="modSp new mod">
        <pc:chgData name="sravanthi Vennapusa" userId="06105391-ac9e-4186-a41e-395274e1b189" providerId="ADAL" clId="{9B2BFCF3-BB9D-4917-9B53-4ED52D43BFF8}" dt="2026-02-19T03:55:51.738" v="361" actId="20577"/>
        <pc:sldMkLst>
          <pc:docMk/>
          <pc:sldMk cId="3031085252" sldId="264"/>
        </pc:sldMkLst>
        <pc:spChg chg="mod">
          <ac:chgData name="sravanthi Vennapusa" userId="06105391-ac9e-4186-a41e-395274e1b189" providerId="ADAL" clId="{9B2BFCF3-BB9D-4917-9B53-4ED52D43BFF8}" dt="2026-02-19T03:51:28.598" v="215" actId="255"/>
          <ac:spMkLst>
            <pc:docMk/>
            <pc:sldMk cId="3031085252" sldId="264"/>
            <ac:spMk id="2" creationId="{4C95B543-D912-5005-515E-FBE034BAF3D0}"/>
          </ac:spMkLst>
        </pc:spChg>
        <pc:spChg chg="mod">
          <ac:chgData name="sravanthi Vennapusa" userId="06105391-ac9e-4186-a41e-395274e1b189" providerId="ADAL" clId="{9B2BFCF3-BB9D-4917-9B53-4ED52D43BFF8}" dt="2026-02-19T03:55:51.738" v="361" actId="20577"/>
          <ac:spMkLst>
            <pc:docMk/>
            <pc:sldMk cId="3031085252" sldId="264"/>
            <ac:spMk id="3" creationId="{BBDBBB83-4FC7-53CC-2C13-01D056E11CD1}"/>
          </ac:spMkLst>
        </pc:spChg>
      </pc:sldChg>
      <pc:sldChg chg="addSp modSp new mod">
        <pc:chgData name="sravanthi Vennapusa" userId="06105391-ac9e-4186-a41e-395274e1b189" providerId="ADAL" clId="{9B2BFCF3-BB9D-4917-9B53-4ED52D43BFF8}" dt="2026-02-19T03:57:37.506" v="404" actId="14100"/>
        <pc:sldMkLst>
          <pc:docMk/>
          <pc:sldMk cId="1831382959" sldId="265"/>
        </pc:sldMkLst>
        <pc:spChg chg="mod">
          <ac:chgData name="sravanthi Vennapusa" userId="06105391-ac9e-4186-a41e-395274e1b189" providerId="ADAL" clId="{9B2BFCF3-BB9D-4917-9B53-4ED52D43BFF8}" dt="2026-02-19T03:56:38.458" v="384" actId="20577"/>
          <ac:spMkLst>
            <pc:docMk/>
            <pc:sldMk cId="1831382959" sldId="265"/>
            <ac:spMk id="2" creationId="{B90FB91C-6A9F-087A-6F57-162E659152A6}"/>
          </ac:spMkLst>
        </pc:spChg>
        <pc:spChg chg="mod">
          <ac:chgData name="sravanthi Vennapusa" userId="06105391-ac9e-4186-a41e-395274e1b189" providerId="ADAL" clId="{9B2BFCF3-BB9D-4917-9B53-4ED52D43BFF8}" dt="2026-02-19T03:57:30.462" v="401" actId="14100"/>
          <ac:spMkLst>
            <pc:docMk/>
            <pc:sldMk cId="1831382959" sldId="265"/>
            <ac:spMk id="3" creationId="{EBDECBC4-5D40-A0FC-A493-6C6A8FD3BEB6}"/>
          </ac:spMkLst>
        </pc:spChg>
        <pc:picChg chg="add mod">
          <ac:chgData name="sravanthi Vennapusa" userId="06105391-ac9e-4186-a41e-395274e1b189" providerId="ADAL" clId="{9B2BFCF3-BB9D-4917-9B53-4ED52D43BFF8}" dt="2026-02-19T03:57:37.506" v="404" actId="14100"/>
          <ac:picMkLst>
            <pc:docMk/>
            <pc:sldMk cId="1831382959" sldId="265"/>
            <ac:picMk id="2050" creationId="{7C231800-C405-60D8-2454-09FAE519598B}"/>
          </ac:picMkLst>
        </pc:picChg>
      </pc:sldChg>
      <pc:sldChg chg="addSp delSp modSp new ord">
        <pc:chgData name="sravanthi Vennapusa" userId="06105391-ac9e-4186-a41e-395274e1b189" providerId="ADAL" clId="{9B2BFCF3-BB9D-4917-9B53-4ED52D43BFF8}" dt="2026-02-25T07:41:11.977" v="2189"/>
        <pc:sldMkLst>
          <pc:docMk/>
          <pc:sldMk cId="4035384509" sldId="266"/>
        </pc:sldMkLst>
        <pc:picChg chg="add mod">
          <ac:chgData name="sravanthi Vennapusa" userId="06105391-ac9e-4186-a41e-395274e1b189" providerId="ADAL" clId="{9B2BFCF3-BB9D-4917-9B53-4ED52D43BFF8}" dt="2026-02-19T04:06:34.208" v="506" actId="14100"/>
          <ac:picMkLst>
            <pc:docMk/>
            <pc:sldMk cId="4035384509" sldId="266"/>
            <ac:picMk id="4" creationId="{5A110FA3-E87F-55DF-4E13-6F2892DFAA04}"/>
          </ac:picMkLst>
        </pc:picChg>
      </pc:sldChg>
      <pc:sldChg chg="modSp new mod">
        <pc:chgData name="sravanthi Vennapusa" userId="06105391-ac9e-4186-a41e-395274e1b189" providerId="ADAL" clId="{9B2BFCF3-BB9D-4917-9B53-4ED52D43BFF8}" dt="2026-02-21T04:19:07.858" v="546" actId="113"/>
        <pc:sldMkLst>
          <pc:docMk/>
          <pc:sldMk cId="2602600823" sldId="267"/>
        </pc:sldMkLst>
        <pc:spChg chg="mod">
          <ac:chgData name="sravanthi Vennapusa" userId="06105391-ac9e-4186-a41e-395274e1b189" providerId="ADAL" clId="{9B2BFCF3-BB9D-4917-9B53-4ED52D43BFF8}" dt="2026-02-21T04:19:00.036" v="544" actId="20577"/>
          <ac:spMkLst>
            <pc:docMk/>
            <pc:sldMk cId="2602600823" sldId="267"/>
            <ac:spMk id="2" creationId="{E1B50FC7-9011-5C43-9E9C-7EA1EEF5CF07}"/>
          </ac:spMkLst>
        </pc:spChg>
        <pc:spChg chg="mod">
          <ac:chgData name="sravanthi Vennapusa" userId="06105391-ac9e-4186-a41e-395274e1b189" providerId="ADAL" clId="{9B2BFCF3-BB9D-4917-9B53-4ED52D43BFF8}" dt="2026-02-21T04:19:07.858" v="546" actId="113"/>
          <ac:spMkLst>
            <pc:docMk/>
            <pc:sldMk cId="2602600823" sldId="267"/>
            <ac:spMk id="3" creationId="{E40D4D4F-0689-8412-976C-68B1D10B7DDB}"/>
          </ac:spMkLst>
        </pc:spChg>
      </pc:sldChg>
      <pc:sldChg chg="modSp new mod">
        <pc:chgData name="sravanthi Vennapusa" userId="06105391-ac9e-4186-a41e-395274e1b189" providerId="ADAL" clId="{9B2BFCF3-BB9D-4917-9B53-4ED52D43BFF8}" dt="2026-02-25T11:08:45.040" v="2544" actId="20577"/>
        <pc:sldMkLst>
          <pc:docMk/>
          <pc:sldMk cId="502639" sldId="268"/>
        </pc:sldMkLst>
        <pc:spChg chg="mod">
          <ac:chgData name="sravanthi Vennapusa" userId="06105391-ac9e-4186-a41e-395274e1b189" providerId="ADAL" clId="{9B2BFCF3-BB9D-4917-9B53-4ED52D43BFF8}" dt="2026-02-21T04:19:22.038" v="569" actId="20577"/>
          <ac:spMkLst>
            <pc:docMk/>
            <pc:sldMk cId="502639" sldId="268"/>
            <ac:spMk id="2" creationId="{6F5269DB-F1E7-3A97-4D9D-F278F52400B1}"/>
          </ac:spMkLst>
        </pc:spChg>
        <pc:spChg chg="mod">
          <ac:chgData name="sravanthi Vennapusa" userId="06105391-ac9e-4186-a41e-395274e1b189" providerId="ADAL" clId="{9B2BFCF3-BB9D-4917-9B53-4ED52D43BFF8}" dt="2026-02-25T11:08:45.040" v="2544" actId="20577"/>
          <ac:spMkLst>
            <pc:docMk/>
            <pc:sldMk cId="502639" sldId="268"/>
            <ac:spMk id="3" creationId="{E342C000-4D83-B69E-414A-D9FCA5E45CF7}"/>
          </ac:spMkLst>
        </pc:spChg>
      </pc:sldChg>
      <pc:sldChg chg="modSp new mod">
        <pc:chgData name="sravanthi Vennapusa" userId="06105391-ac9e-4186-a41e-395274e1b189" providerId="ADAL" clId="{9B2BFCF3-BB9D-4917-9B53-4ED52D43BFF8}" dt="2026-02-21T04:27:29.258" v="836" actId="20577"/>
        <pc:sldMkLst>
          <pc:docMk/>
          <pc:sldMk cId="2816356147" sldId="269"/>
        </pc:sldMkLst>
        <pc:spChg chg="mod">
          <ac:chgData name="sravanthi Vennapusa" userId="06105391-ac9e-4186-a41e-395274e1b189" providerId="ADAL" clId="{9B2BFCF3-BB9D-4917-9B53-4ED52D43BFF8}" dt="2026-02-21T04:23:40.060" v="680" actId="20577"/>
          <ac:spMkLst>
            <pc:docMk/>
            <pc:sldMk cId="2816356147" sldId="269"/>
            <ac:spMk id="2" creationId="{FAFDDF3D-1979-98CA-D7FE-1333A1F5D07A}"/>
          </ac:spMkLst>
        </pc:spChg>
        <pc:spChg chg="mod">
          <ac:chgData name="sravanthi Vennapusa" userId="06105391-ac9e-4186-a41e-395274e1b189" providerId="ADAL" clId="{9B2BFCF3-BB9D-4917-9B53-4ED52D43BFF8}" dt="2026-02-21T04:27:29.258" v="836" actId="20577"/>
          <ac:spMkLst>
            <pc:docMk/>
            <pc:sldMk cId="2816356147" sldId="269"/>
            <ac:spMk id="3" creationId="{5640224B-B1F4-55B0-F4ED-00CA5854FD5A}"/>
          </ac:spMkLst>
        </pc:spChg>
      </pc:sldChg>
      <pc:sldChg chg="addSp modSp new mod">
        <pc:chgData name="sravanthi Vennapusa" userId="06105391-ac9e-4186-a41e-395274e1b189" providerId="ADAL" clId="{9B2BFCF3-BB9D-4917-9B53-4ED52D43BFF8}" dt="2026-02-25T06:48:44.010" v="2118" actId="20577"/>
        <pc:sldMkLst>
          <pc:docMk/>
          <pc:sldMk cId="375347710" sldId="270"/>
        </pc:sldMkLst>
        <pc:spChg chg="mod">
          <ac:chgData name="sravanthi Vennapusa" userId="06105391-ac9e-4186-a41e-395274e1b189" providerId="ADAL" clId="{9B2BFCF3-BB9D-4917-9B53-4ED52D43BFF8}" dt="2026-02-25T06:48:44.010" v="2118" actId="20577"/>
          <ac:spMkLst>
            <pc:docMk/>
            <pc:sldMk cId="375347710" sldId="270"/>
            <ac:spMk id="2" creationId="{B3D0052E-A0F2-3E3A-0787-A37FE0F254FB}"/>
          </ac:spMkLst>
        </pc:spChg>
        <pc:spChg chg="mod">
          <ac:chgData name="sravanthi Vennapusa" userId="06105391-ac9e-4186-a41e-395274e1b189" providerId="ADAL" clId="{9B2BFCF3-BB9D-4917-9B53-4ED52D43BFF8}" dt="2026-02-21T04:44:59.618" v="1387" actId="20577"/>
          <ac:spMkLst>
            <pc:docMk/>
            <pc:sldMk cId="375347710" sldId="270"/>
            <ac:spMk id="3" creationId="{A7AFA90E-BBC6-DCF4-F938-99FCBEA9EFA7}"/>
          </ac:spMkLst>
        </pc:spChg>
        <pc:picChg chg="add mod">
          <ac:chgData name="sravanthi Vennapusa" userId="06105391-ac9e-4186-a41e-395274e1b189" providerId="ADAL" clId="{9B2BFCF3-BB9D-4917-9B53-4ED52D43BFF8}" dt="2026-02-21T04:45:03.639" v="1389" actId="14100"/>
          <ac:picMkLst>
            <pc:docMk/>
            <pc:sldMk cId="375347710" sldId="270"/>
            <ac:picMk id="5" creationId="{2E238744-0223-D5F0-38B2-41823C1C5C1F}"/>
          </ac:picMkLst>
        </pc:picChg>
      </pc:sldChg>
      <pc:sldChg chg="modSp new mod">
        <pc:chgData name="sravanthi Vennapusa" userId="06105391-ac9e-4186-a41e-395274e1b189" providerId="ADAL" clId="{9B2BFCF3-BB9D-4917-9B53-4ED52D43BFF8}" dt="2026-02-25T06:48:47.777" v="2130" actId="20577"/>
        <pc:sldMkLst>
          <pc:docMk/>
          <pc:sldMk cId="3540786777" sldId="271"/>
        </pc:sldMkLst>
        <pc:spChg chg="mod">
          <ac:chgData name="sravanthi Vennapusa" userId="06105391-ac9e-4186-a41e-395274e1b189" providerId="ADAL" clId="{9B2BFCF3-BB9D-4917-9B53-4ED52D43BFF8}" dt="2026-02-25T06:48:47.777" v="2130" actId="20577"/>
          <ac:spMkLst>
            <pc:docMk/>
            <pc:sldMk cId="3540786777" sldId="271"/>
            <ac:spMk id="2" creationId="{860DBA42-9A77-DD0A-B8D8-86E07C8FFEBA}"/>
          </ac:spMkLst>
        </pc:spChg>
        <pc:spChg chg="mod">
          <ac:chgData name="sravanthi Vennapusa" userId="06105391-ac9e-4186-a41e-395274e1b189" providerId="ADAL" clId="{9B2BFCF3-BB9D-4917-9B53-4ED52D43BFF8}" dt="2026-02-21T04:29:24.312" v="887"/>
          <ac:spMkLst>
            <pc:docMk/>
            <pc:sldMk cId="3540786777" sldId="271"/>
            <ac:spMk id="3" creationId="{39EA2F2B-04A9-8085-20B1-B155ADD99872}"/>
          </ac:spMkLst>
        </pc:spChg>
      </pc:sldChg>
      <pc:sldChg chg="addSp delSp modSp new mod">
        <pc:chgData name="sravanthi Vennapusa" userId="06105391-ac9e-4186-a41e-395274e1b189" providerId="ADAL" clId="{9B2BFCF3-BB9D-4917-9B53-4ED52D43BFF8}" dt="2026-02-25T06:48:51.461" v="2137" actId="20577"/>
        <pc:sldMkLst>
          <pc:docMk/>
          <pc:sldMk cId="4272044674" sldId="272"/>
        </pc:sldMkLst>
        <pc:spChg chg="mod">
          <ac:chgData name="sravanthi Vennapusa" userId="06105391-ac9e-4186-a41e-395274e1b189" providerId="ADAL" clId="{9B2BFCF3-BB9D-4917-9B53-4ED52D43BFF8}" dt="2026-02-25T06:48:51.461" v="2137" actId="20577"/>
          <ac:spMkLst>
            <pc:docMk/>
            <pc:sldMk cId="4272044674" sldId="272"/>
            <ac:spMk id="2" creationId="{B4785346-772B-484D-3AF4-8F920592D152}"/>
          </ac:spMkLst>
        </pc:spChg>
        <pc:picChg chg="add mod ord">
          <ac:chgData name="sravanthi Vennapusa" userId="06105391-ac9e-4186-a41e-395274e1b189" providerId="ADAL" clId="{9B2BFCF3-BB9D-4917-9B53-4ED52D43BFF8}" dt="2026-02-21T04:30:15.044" v="890" actId="1076"/>
          <ac:picMkLst>
            <pc:docMk/>
            <pc:sldMk cId="4272044674" sldId="272"/>
            <ac:picMk id="5" creationId="{B63F7B9C-513E-1BF0-71C8-088319045095}"/>
          </ac:picMkLst>
        </pc:picChg>
      </pc:sldChg>
      <pc:sldChg chg="modSp new mod">
        <pc:chgData name="sravanthi Vennapusa" userId="06105391-ac9e-4186-a41e-395274e1b189" providerId="ADAL" clId="{9B2BFCF3-BB9D-4917-9B53-4ED52D43BFF8}" dt="2026-02-21T04:33:43.481" v="941" actId="20577"/>
        <pc:sldMkLst>
          <pc:docMk/>
          <pc:sldMk cId="2043500541" sldId="273"/>
        </pc:sldMkLst>
        <pc:spChg chg="mod">
          <ac:chgData name="sravanthi Vennapusa" userId="06105391-ac9e-4186-a41e-395274e1b189" providerId="ADAL" clId="{9B2BFCF3-BB9D-4917-9B53-4ED52D43BFF8}" dt="2026-02-21T04:32:45.479" v="932" actId="20577"/>
          <ac:spMkLst>
            <pc:docMk/>
            <pc:sldMk cId="2043500541" sldId="273"/>
            <ac:spMk id="2" creationId="{9BC8D8FB-2BF9-DAFF-43EC-E8C07B254805}"/>
          </ac:spMkLst>
        </pc:spChg>
        <pc:spChg chg="mod">
          <ac:chgData name="sravanthi Vennapusa" userId="06105391-ac9e-4186-a41e-395274e1b189" providerId="ADAL" clId="{9B2BFCF3-BB9D-4917-9B53-4ED52D43BFF8}" dt="2026-02-21T04:33:43.481" v="941" actId="20577"/>
          <ac:spMkLst>
            <pc:docMk/>
            <pc:sldMk cId="2043500541" sldId="273"/>
            <ac:spMk id="3" creationId="{E72EFC37-BD2A-C44A-C1A0-FF3666382180}"/>
          </ac:spMkLst>
        </pc:spChg>
      </pc:sldChg>
      <pc:sldChg chg="modSp new mod">
        <pc:chgData name="sravanthi Vennapusa" userId="06105391-ac9e-4186-a41e-395274e1b189" providerId="ADAL" clId="{9B2BFCF3-BB9D-4917-9B53-4ED52D43BFF8}" dt="2026-02-21T04:37:44.705" v="1054" actId="20577"/>
        <pc:sldMkLst>
          <pc:docMk/>
          <pc:sldMk cId="619247241" sldId="274"/>
        </pc:sldMkLst>
        <pc:spChg chg="mod">
          <ac:chgData name="sravanthi Vennapusa" userId="06105391-ac9e-4186-a41e-395274e1b189" providerId="ADAL" clId="{9B2BFCF3-BB9D-4917-9B53-4ED52D43BFF8}" dt="2026-02-21T04:34:13.461" v="955"/>
          <ac:spMkLst>
            <pc:docMk/>
            <pc:sldMk cId="619247241" sldId="274"/>
            <ac:spMk id="2" creationId="{CE84E8F9-4C1F-CAB3-F284-F8ED298076CC}"/>
          </ac:spMkLst>
        </pc:spChg>
        <pc:spChg chg="mod">
          <ac:chgData name="sravanthi Vennapusa" userId="06105391-ac9e-4186-a41e-395274e1b189" providerId="ADAL" clId="{9B2BFCF3-BB9D-4917-9B53-4ED52D43BFF8}" dt="2026-02-21T04:37:44.705" v="1054" actId="20577"/>
          <ac:spMkLst>
            <pc:docMk/>
            <pc:sldMk cId="619247241" sldId="274"/>
            <ac:spMk id="3" creationId="{62F1A9BB-23B6-D8EC-197F-A1A26CFDC94E}"/>
          </ac:spMkLst>
        </pc:spChg>
      </pc:sldChg>
      <pc:sldChg chg="modSp new mod">
        <pc:chgData name="sravanthi Vennapusa" userId="06105391-ac9e-4186-a41e-395274e1b189" providerId="ADAL" clId="{9B2BFCF3-BB9D-4917-9B53-4ED52D43BFF8}" dt="2026-02-25T06:47:29.506" v="2064" actId="255"/>
        <pc:sldMkLst>
          <pc:docMk/>
          <pc:sldMk cId="2451847250" sldId="275"/>
        </pc:sldMkLst>
        <pc:spChg chg="mod">
          <ac:chgData name="sravanthi Vennapusa" userId="06105391-ac9e-4186-a41e-395274e1b189" providerId="ADAL" clId="{9B2BFCF3-BB9D-4917-9B53-4ED52D43BFF8}" dt="2026-02-25T06:47:12.331" v="2058" actId="20577"/>
          <ac:spMkLst>
            <pc:docMk/>
            <pc:sldMk cId="2451847250" sldId="275"/>
            <ac:spMk id="2" creationId="{60932B49-0924-27CF-1FD6-3204B34CAA6F}"/>
          </ac:spMkLst>
        </pc:spChg>
        <pc:spChg chg="mod">
          <ac:chgData name="sravanthi Vennapusa" userId="06105391-ac9e-4186-a41e-395274e1b189" providerId="ADAL" clId="{9B2BFCF3-BB9D-4917-9B53-4ED52D43BFF8}" dt="2026-02-25T06:47:29.506" v="2064" actId="255"/>
          <ac:spMkLst>
            <pc:docMk/>
            <pc:sldMk cId="2451847250" sldId="275"/>
            <ac:spMk id="3" creationId="{274C248A-273A-088F-E177-475279B6AADD}"/>
          </ac:spMkLst>
        </pc:spChg>
      </pc:sldChg>
      <pc:sldChg chg="modSp new mod">
        <pc:chgData name="sravanthi Vennapusa" userId="06105391-ac9e-4186-a41e-395274e1b189" providerId="ADAL" clId="{9B2BFCF3-BB9D-4917-9B53-4ED52D43BFF8}" dt="2026-02-21T04:36:24.740" v="1051" actId="20577"/>
        <pc:sldMkLst>
          <pc:docMk/>
          <pc:sldMk cId="4264927573" sldId="276"/>
        </pc:sldMkLst>
        <pc:spChg chg="mod">
          <ac:chgData name="sravanthi Vennapusa" userId="06105391-ac9e-4186-a41e-395274e1b189" providerId="ADAL" clId="{9B2BFCF3-BB9D-4917-9B53-4ED52D43BFF8}" dt="2026-02-21T04:36:24.740" v="1051" actId="20577"/>
          <ac:spMkLst>
            <pc:docMk/>
            <pc:sldMk cId="4264927573" sldId="276"/>
            <ac:spMk id="2" creationId="{DEE6AAE6-3525-98CA-F796-6D9652D9514F}"/>
          </ac:spMkLst>
        </pc:spChg>
        <pc:spChg chg="mod">
          <ac:chgData name="sravanthi Vennapusa" userId="06105391-ac9e-4186-a41e-395274e1b189" providerId="ADAL" clId="{9B2BFCF3-BB9D-4917-9B53-4ED52D43BFF8}" dt="2026-02-21T04:36:19.998" v="1040" actId="6549"/>
          <ac:spMkLst>
            <pc:docMk/>
            <pc:sldMk cId="4264927573" sldId="276"/>
            <ac:spMk id="3" creationId="{87507AA5-46F1-A11E-CB5D-9EF61DE88B22}"/>
          </ac:spMkLst>
        </pc:spChg>
      </pc:sldChg>
      <pc:sldChg chg="modSp new mod">
        <pc:chgData name="sravanthi Vennapusa" userId="06105391-ac9e-4186-a41e-395274e1b189" providerId="ADAL" clId="{9B2BFCF3-BB9D-4917-9B53-4ED52D43BFF8}" dt="2026-02-25T07:41:23.948" v="2205" actId="20577"/>
        <pc:sldMkLst>
          <pc:docMk/>
          <pc:sldMk cId="4211188690" sldId="277"/>
        </pc:sldMkLst>
        <pc:spChg chg="mod">
          <ac:chgData name="sravanthi Vennapusa" userId="06105391-ac9e-4186-a41e-395274e1b189" providerId="ADAL" clId="{9B2BFCF3-BB9D-4917-9B53-4ED52D43BFF8}" dt="2026-02-25T06:45:39.420" v="1869" actId="20577"/>
          <ac:spMkLst>
            <pc:docMk/>
            <pc:sldMk cId="4211188690" sldId="277"/>
            <ac:spMk id="2" creationId="{31439C1B-28C1-77EB-D5C1-329C62062ADF}"/>
          </ac:spMkLst>
        </pc:spChg>
        <pc:spChg chg="mod">
          <ac:chgData name="sravanthi Vennapusa" userId="06105391-ac9e-4186-a41e-395274e1b189" providerId="ADAL" clId="{9B2BFCF3-BB9D-4917-9B53-4ED52D43BFF8}" dt="2026-02-25T07:41:23.948" v="2205" actId="20577"/>
          <ac:spMkLst>
            <pc:docMk/>
            <pc:sldMk cId="4211188690" sldId="277"/>
            <ac:spMk id="3" creationId="{A02764E4-EC55-38CF-5A95-9894988F44CF}"/>
          </ac:spMkLst>
        </pc:spChg>
      </pc:sldChg>
      <pc:sldChg chg="modSp new mod">
        <pc:chgData name="sravanthi Vennapusa" userId="06105391-ac9e-4186-a41e-395274e1b189" providerId="ADAL" clId="{9B2BFCF3-BB9D-4917-9B53-4ED52D43BFF8}" dt="2026-02-25T07:07:43.231" v="2187" actId="20577"/>
        <pc:sldMkLst>
          <pc:docMk/>
          <pc:sldMk cId="834388688" sldId="278"/>
        </pc:sldMkLst>
        <pc:spChg chg="mod">
          <ac:chgData name="sravanthi Vennapusa" userId="06105391-ac9e-4186-a41e-395274e1b189" providerId="ADAL" clId="{9B2BFCF3-BB9D-4917-9B53-4ED52D43BFF8}" dt="2026-02-25T06:47:03.243" v="2044" actId="20577"/>
          <ac:spMkLst>
            <pc:docMk/>
            <pc:sldMk cId="834388688" sldId="278"/>
            <ac:spMk id="2" creationId="{F7342D1B-4814-C26B-14D6-66DFA68AEA58}"/>
          </ac:spMkLst>
        </pc:spChg>
        <pc:spChg chg="mod">
          <ac:chgData name="sravanthi Vennapusa" userId="06105391-ac9e-4186-a41e-395274e1b189" providerId="ADAL" clId="{9B2BFCF3-BB9D-4917-9B53-4ED52D43BFF8}" dt="2026-02-25T07:07:43.231" v="2187" actId="20577"/>
          <ac:spMkLst>
            <pc:docMk/>
            <pc:sldMk cId="834388688" sldId="278"/>
            <ac:spMk id="3" creationId="{49A3DBED-F564-4B03-1ADA-A20B996DBD98}"/>
          </ac:spMkLst>
        </pc:spChg>
      </pc:sldChg>
      <pc:sldChg chg="addSp modSp new mod">
        <pc:chgData name="sravanthi Vennapusa" userId="06105391-ac9e-4186-a41e-395274e1b189" providerId="ADAL" clId="{9B2BFCF3-BB9D-4917-9B53-4ED52D43BFF8}" dt="2026-02-25T11:00:35.188" v="2439" actId="1076"/>
        <pc:sldMkLst>
          <pc:docMk/>
          <pc:sldMk cId="3339839233" sldId="279"/>
        </pc:sldMkLst>
        <pc:spChg chg="mod">
          <ac:chgData name="sravanthi Vennapusa" userId="06105391-ac9e-4186-a41e-395274e1b189" providerId="ADAL" clId="{9B2BFCF3-BB9D-4917-9B53-4ED52D43BFF8}" dt="2026-02-25T10:54:27.130" v="2388" actId="20577"/>
          <ac:spMkLst>
            <pc:docMk/>
            <pc:sldMk cId="3339839233" sldId="279"/>
            <ac:spMk id="2" creationId="{A8603A41-95CA-130C-FE01-B7C8554F1E8E}"/>
          </ac:spMkLst>
        </pc:spChg>
        <pc:spChg chg="mod">
          <ac:chgData name="sravanthi Vennapusa" userId="06105391-ac9e-4186-a41e-395274e1b189" providerId="ADAL" clId="{9B2BFCF3-BB9D-4917-9B53-4ED52D43BFF8}" dt="2026-02-25T10:59:59.725" v="2436" actId="27636"/>
          <ac:spMkLst>
            <pc:docMk/>
            <pc:sldMk cId="3339839233" sldId="279"/>
            <ac:spMk id="3" creationId="{2A37CE6A-CAE9-6AE7-2FD8-F01AC553ECCD}"/>
          </ac:spMkLst>
        </pc:spChg>
        <pc:picChg chg="add mod">
          <ac:chgData name="sravanthi Vennapusa" userId="06105391-ac9e-4186-a41e-395274e1b189" providerId="ADAL" clId="{9B2BFCF3-BB9D-4917-9B53-4ED52D43BFF8}" dt="2026-02-25T11:00:35.188" v="2439" actId="1076"/>
          <ac:picMkLst>
            <pc:docMk/>
            <pc:sldMk cId="3339839233" sldId="279"/>
            <ac:picMk id="5" creationId="{A768971C-8203-5DCA-F043-1D188D5C44E1}"/>
          </ac:picMkLst>
        </pc:picChg>
      </pc:sldChg>
      <pc:sldChg chg="modSp new mod">
        <pc:chgData name="sravanthi Vennapusa" userId="06105391-ac9e-4186-a41e-395274e1b189" providerId="ADAL" clId="{9B2BFCF3-BB9D-4917-9B53-4ED52D43BFF8}" dt="2026-02-25T11:08:08.938" v="2499" actId="12"/>
        <pc:sldMkLst>
          <pc:docMk/>
          <pc:sldMk cId="2730821627" sldId="280"/>
        </pc:sldMkLst>
        <pc:spChg chg="mod">
          <ac:chgData name="sravanthi Vennapusa" userId="06105391-ac9e-4186-a41e-395274e1b189" providerId="ADAL" clId="{9B2BFCF3-BB9D-4917-9B53-4ED52D43BFF8}" dt="2026-02-25T11:06:17.823" v="2472" actId="20577"/>
          <ac:spMkLst>
            <pc:docMk/>
            <pc:sldMk cId="2730821627" sldId="280"/>
            <ac:spMk id="2" creationId="{29CBEEE5-1435-7762-43DF-A7F7068613A7}"/>
          </ac:spMkLst>
        </pc:spChg>
        <pc:spChg chg="mod">
          <ac:chgData name="sravanthi Vennapusa" userId="06105391-ac9e-4186-a41e-395274e1b189" providerId="ADAL" clId="{9B2BFCF3-BB9D-4917-9B53-4ED52D43BFF8}" dt="2026-02-25T11:08:08.938" v="2499" actId="12"/>
          <ac:spMkLst>
            <pc:docMk/>
            <pc:sldMk cId="2730821627" sldId="280"/>
            <ac:spMk id="3" creationId="{4FF7A762-275F-4A55-AA4B-C9F2AF4EB14F}"/>
          </ac:spMkLst>
        </pc:spChg>
      </pc:sldChg>
      <pc:sldChg chg="modSp new mod">
        <pc:chgData name="sravanthi Vennapusa" userId="06105391-ac9e-4186-a41e-395274e1b189" providerId="ADAL" clId="{9B2BFCF3-BB9D-4917-9B53-4ED52D43BFF8}" dt="2026-02-25T11:11:54.717" v="2568" actId="20577"/>
        <pc:sldMkLst>
          <pc:docMk/>
          <pc:sldMk cId="4047554433" sldId="281"/>
        </pc:sldMkLst>
        <pc:spChg chg="mod">
          <ac:chgData name="sravanthi Vennapusa" userId="06105391-ac9e-4186-a41e-395274e1b189" providerId="ADAL" clId="{9B2BFCF3-BB9D-4917-9B53-4ED52D43BFF8}" dt="2026-02-25T11:11:10.106" v="2558" actId="20577"/>
          <ac:spMkLst>
            <pc:docMk/>
            <pc:sldMk cId="4047554433" sldId="281"/>
            <ac:spMk id="2" creationId="{CED59C45-C61D-CA7A-6843-F36A6276955D}"/>
          </ac:spMkLst>
        </pc:spChg>
        <pc:spChg chg="mod">
          <ac:chgData name="sravanthi Vennapusa" userId="06105391-ac9e-4186-a41e-395274e1b189" providerId="ADAL" clId="{9B2BFCF3-BB9D-4917-9B53-4ED52D43BFF8}" dt="2026-02-25T11:11:54.717" v="2568" actId="20577"/>
          <ac:spMkLst>
            <pc:docMk/>
            <pc:sldMk cId="4047554433" sldId="281"/>
            <ac:spMk id="3" creationId="{C07ED472-6FB9-5C42-7A5F-93E25BB7DED3}"/>
          </ac:spMkLst>
        </pc:spChg>
      </pc:sldChg>
      <pc:sldChg chg="addSp delSp modSp new mod">
        <pc:chgData name="sravanthi Vennapusa" userId="06105391-ac9e-4186-a41e-395274e1b189" providerId="ADAL" clId="{9B2BFCF3-BB9D-4917-9B53-4ED52D43BFF8}" dt="2026-02-25T11:13:27.647" v="2587"/>
        <pc:sldMkLst>
          <pc:docMk/>
          <pc:sldMk cId="2630781350" sldId="282"/>
        </pc:sldMkLst>
        <pc:spChg chg="mod">
          <ac:chgData name="sravanthi Vennapusa" userId="06105391-ac9e-4186-a41e-395274e1b189" providerId="ADAL" clId="{9B2BFCF3-BB9D-4917-9B53-4ED52D43BFF8}" dt="2026-02-25T11:13:25.775" v="2586" actId="20577"/>
          <ac:spMkLst>
            <pc:docMk/>
            <pc:sldMk cId="2630781350" sldId="282"/>
            <ac:spMk id="2" creationId="{EBBE13DA-65D4-7A53-C65B-888347384603}"/>
          </ac:spMkLst>
        </pc:spChg>
        <pc:spChg chg="del">
          <ac:chgData name="sravanthi Vennapusa" userId="06105391-ac9e-4186-a41e-395274e1b189" providerId="ADAL" clId="{9B2BFCF3-BB9D-4917-9B53-4ED52D43BFF8}" dt="2026-02-25T11:13:27.647" v="2587"/>
          <ac:spMkLst>
            <pc:docMk/>
            <pc:sldMk cId="2630781350" sldId="282"/>
            <ac:spMk id="3" creationId="{9EA59E25-8D34-5BB3-AD9A-1C80F293AF34}"/>
          </ac:spMkLst>
        </pc:spChg>
        <pc:spChg chg="add mod">
          <ac:chgData name="sravanthi Vennapusa" userId="06105391-ac9e-4186-a41e-395274e1b189" providerId="ADAL" clId="{9B2BFCF3-BB9D-4917-9B53-4ED52D43BFF8}" dt="2026-02-25T11:13:27.647" v="2587"/>
          <ac:spMkLst>
            <pc:docMk/>
            <pc:sldMk cId="2630781350" sldId="282"/>
            <ac:spMk id="4" creationId="{4104F840-7329-0A8C-C2C4-BA0D7BD68420}"/>
          </ac:spMkLst>
        </pc:spChg>
      </pc:sldChg>
      <pc:sldChg chg="addSp delSp modSp new del mod">
        <pc:chgData name="sravanthi Vennapusa" userId="06105391-ac9e-4186-a41e-395274e1b189" providerId="ADAL" clId="{9B2BFCF3-BB9D-4917-9B53-4ED52D43BFF8}" dt="2026-02-25T11:15:36.543" v="2604" actId="47"/>
        <pc:sldMkLst>
          <pc:docMk/>
          <pc:sldMk cId="3658931271" sldId="283"/>
        </pc:sldMkLst>
        <pc:spChg chg="del">
          <ac:chgData name="sravanthi Vennapusa" userId="06105391-ac9e-4186-a41e-395274e1b189" providerId="ADAL" clId="{9B2BFCF3-BB9D-4917-9B53-4ED52D43BFF8}" dt="2026-02-25T11:14:20.154" v="2589" actId="3680"/>
          <ac:spMkLst>
            <pc:docMk/>
            <pc:sldMk cId="3658931271" sldId="283"/>
            <ac:spMk id="3" creationId="{BE01A494-6BAA-7DFB-3073-7C310EEFCBD3}"/>
          </ac:spMkLst>
        </pc:spChg>
        <pc:graphicFrameChg chg="add mod ord modGraphic">
          <ac:chgData name="sravanthi Vennapusa" userId="06105391-ac9e-4186-a41e-395274e1b189" providerId="ADAL" clId="{9B2BFCF3-BB9D-4917-9B53-4ED52D43BFF8}" dt="2026-02-25T11:15:30.071" v="2603" actId="14734"/>
          <ac:graphicFrameMkLst>
            <pc:docMk/>
            <pc:sldMk cId="3658931271" sldId="283"/>
            <ac:graphicFrameMk id="4" creationId="{2B7FA259-0733-FC50-9945-507B3203FDC5}"/>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11DAC2-27CD-4442-8809-8E8B5E7A846B}" type="datetimeFigureOut">
              <a:rPr lang="en-IN" smtClean="0"/>
              <a:t>25-02-2026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A65C8D-FB0C-43FB-A083-9721E3E73628}" type="slidenum">
              <a:rPr lang="en-IN" smtClean="0"/>
              <a:t>‹#›</a:t>
            </a:fld>
            <a:endParaRPr lang="en-IN"/>
          </a:p>
        </p:txBody>
      </p:sp>
    </p:spTree>
    <p:extLst>
      <p:ext uri="{BB962C8B-B14F-4D97-AF65-F5344CB8AC3E}">
        <p14:creationId xmlns:p14="http://schemas.microsoft.com/office/powerpoint/2010/main" val="400559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A65C8D-FB0C-43FB-A083-9721E3E73628}" type="slidenum">
              <a:rPr lang="en-IN" smtClean="0"/>
              <a:t>27</a:t>
            </a:fld>
            <a:endParaRPr lang="en-IN"/>
          </a:p>
        </p:txBody>
      </p:sp>
    </p:spTree>
    <p:extLst>
      <p:ext uri="{BB962C8B-B14F-4D97-AF65-F5344CB8AC3E}">
        <p14:creationId xmlns:p14="http://schemas.microsoft.com/office/powerpoint/2010/main" val="8653097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2/25/2026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2/25/2026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2/25/2026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1A888-4E85-3D27-197A-AFD25E8298A0}"/>
              </a:ext>
            </a:extLst>
          </p:cNvPr>
          <p:cNvSpPr>
            <a:spLocks noGrp="1"/>
          </p:cNvSpPr>
          <p:nvPr>
            <p:ph type="ctrTitle"/>
          </p:nvPr>
        </p:nvSpPr>
        <p:spPr>
          <a:xfrm>
            <a:off x="1154955" y="2099733"/>
            <a:ext cx="9882090" cy="2677648"/>
          </a:xfrm>
        </p:spPr>
        <p:txBody>
          <a:bodyPr/>
          <a:lstStyle/>
          <a:p>
            <a:r>
              <a:rPr lang="en-US" dirty="0"/>
              <a:t>RDC(Reset </a:t>
            </a:r>
            <a:r>
              <a:rPr lang="en-US"/>
              <a:t>Domain Crossing</a:t>
            </a:r>
            <a:endParaRPr lang="en-IN" dirty="0"/>
          </a:p>
        </p:txBody>
      </p:sp>
      <p:sp>
        <p:nvSpPr>
          <p:cNvPr id="3" name="Subtitle 2">
            <a:extLst>
              <a:ext uri="{FF2B5EF4-FFF2-40B4-BE49-F238E27FC236}">
                <a16:creationId xmlns:a16="http://schemas.microsoft.com/office/drawing/2014/main" id="{E90975E9-7BBF-C4F0-A1D3-3B39744C8A2C}"/>
              </a:ext>
            </a:extLst>
          </p:cNvPr>
          <p:cNvSpPr>
            <a:spLocks noGrp="1"/>
          </p:cNvSpPr>
          <p:nvPr>
            <p:ph type="subTitle" idx="1"/>
          </p:nvPr>
        </p:nvSpPr>
        <p:spPr/>
        <p:txBody>
          <a:bodyPr/>
          <a:lstStyle/>
          <a:p>
            <a:r>
              <a:rPr lang="en-US" dirty="0"/>
              <a:t>BY SRAVANTHI</a:t>
            </a:r>
          </a:p>
          <a:p>
            <a:r>
              <a:rPr lang="en-US" dirty="0"/>
              <a:t>CHIPWEAVE TECHNOLOGIES PVT LMD</a:t>
            </a:r>
            <a:endParaRPr lang="en-IN" dirty="0"/>
          </a:p>
        </p:txBody>
      </p:sp>
    </p:spTree>
    <p:extLst>
      <p:ext uri="{BB962C8B-B14F-4D97-AF65-F5344CB8AC3E}">
        <p14:creationId xmlns:p14="http://schemas.microsoft.com/office/powerpoint/2010/main" val="4028118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39C1B-28C1-77EB-D5C1-329C62062ADF}"/>
              </a:ext>
            </a:extLst>
          </p:cNvPr>
          <p:cNvSpPr>
            <a:spLocks noGrp="1"/>
          </p:cNvSpPr>
          <p:nvPr>
            <p:ph type="title"/>
          </p:nvPr>
        </p:nvSpPr>
        <p:spPr/>
        <p:txBody>
          <a:bodyPr/>
          <a:lstStyle/>
          <a:p>
            <a:r>
              <a:rPr lang="en-IN" dirty="0"/>
              <a:t>          Contents</a:t>
            </a:r>
          </a:p>
        </p:txBody>
      </p:sp>
      <p:sp>
        <p:nvSpPr>
          <p:cNvPr id="3" name="Content Placeholder 2">
            <a:extLst>
              <a:ext uri="{FF2B5EF4-FFF2-40B4-BE49-F238E27FC236}">
                <a16:creationId xmlns:a16="http://schemas.microsoft.com/office/drawing/2014/main" id="{A02764E4-EC55-38CF-5A95-9894988F44CF}"/>
              </a:ext>
            </a:extLst>
          </p:cNvPr>
          <p:cNvSpPr>
            <a:spLocks noGrp="1"/>
          </p:cNvSpPr>
          <p:nvPr>
            <p:ph idx="1"/>
          </p:nvPr>
        </p:nvSpPr>
        <p:spPr/>
        <p:txBody>
          <a:bodyPr/>
          <a:lstStyle/>
          <a:p>
            <a:r>
              <a:rPr lang="en-IN" dirty="0"/>
              <a:t>What is RDC(Reset Domain Crossing)?</a:t>
            </a:r>
          </a:p>
          <a:p>
            <a:r>
              <a:rPr lang="en-IN" dirty="0"/>
              <a:t>WHY RDC?</a:t>
            </a:r>
          </a:p>
          <a:p>
            <a:r>
              <a:rPr lang="en-IN" dirty="0"/>
              <a:t>Features of Reset Domain Crossing</a:t>
            </a:r>
          </a:p>
          <a:p>
            <a:r>
              <a:rPr lang="en-IN" dirty="0"/>
              <a:t>Timing Requirements</a:t>
            </a:r>
          </a:p>
          <a:p>
            <a:r>
              <a:rPr lang="en-IN" dirty="0"/>
              <a:t>RDC Techniques</a:t>
            </a:r>
          </a:p>
          <a:p>
            <a:r>
              <a:rPr lang="en-IN" dirty="0"/>
              <a:t>Types of Resets</a:t>
            </a:r>
          </a:p>
          <a:p>
            <a:endParaRPr lang="en-IN" dirty="0"/>
          </a:p>
          <a:p>
            <a:endParaRPr lang="en-IN" dirty="0"/>
          </a:p>
        </p:txBody>
      </p:sp>
    </p:spTree>
    <p:extLst>
      <p:ext uri="{BB962C8B-B14F-4D97-AF65-F5344CB8AC3E}">
        <p14:creationId xmlns:p14="http://schemas.microsoft.com/office/powerpoint/2010/main" val="4211188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E8DB6-2CF1-A081-2C72-DD52D46DA8A4}"/>
              </a:ext>
            </a:extLst>
          </p:cNvPr>
          <p:cNvSpPr>
            <a:spLocks noGrp="1"/>
          </p:cNvSpPr>
          <p:nvPr>
            <p:ph type="title"/>
          </p:nvPr>
        </p:nvSpPr>
        <p:spPr/>
        <p:txBody>
          <a:bodyPr/>
          <a:lstStyle/>
          <a:p>
            <a:r>
              <a:rPr lang="en-US" dirty="0"/>
              <a:t>         What is Reset Domain Crossing?</a:t>
            </a:r>
            <a:endParaRPr lang="en-IN" dirty="0"/>
          </a:p>
        </p:txBody>
      </p:sp>
      <p:sp>
        <p:nvSpPr>
          <p:cNvPr id="3" name="Content Placeholder 2">
            <a:extLst>
              <a:ext uri="{FF2B5EF4-FFF2-40B4-BE49-F238E27FC236}">
                <a16:creationId xmlns:a16="http://schemas.microsoft.com/office/drawing/2014/main" id="{5F2A7578-4942-D389-8704-FF0DD73C0F20}"/>
              </a:ext>
            </a:extLst>
          </p:cNvPr>
          <p:cNvSpPr>
            <a:spLocks noGrp="1"/>
          </p:cNvSpPr>
          <p:nvPr>
            <p:ph idx="1"/>
          </p:nvPr>
        </p:nvSpPr>
        <p:spPr/>
        <p:txBody>
          <a:bodyPr/>
          <a:lstStyle/>
          <a:p>
            <a:r>
              <a:rPr lang="en-US" dirty="0">
                <a:solidFill>
                  <a:srgbClr val="3B3B3B"/>
                </a:solidFill>
                <a:latin typeface="Poppins"/>
                <a:ea typeface="Poppins"/>
                <a:cs typeface="Poppins"/>
                <a:sym typeface="Poppins"/>
              </a:rPr>
              <a:t>Reset Domain crossing(RDC) occurs when one reset domain interact with another reset Domain </a:t>
            </a:r>
          </a:p>
          <a:p>
            <a:r>
              <a:rPr lang="en-US" dirty="0">
                <a:solidFill>
                  <a:srgbClr val="3B3B3B"/>
                </a:solidFill>
                <a:latin typeface="Poppins"/>
                <a:ea typeface="Poppins"/>
                <a:cs typeface="Poppins"/>
                <a:sym typeface="Poppins"/>
              </a:rPr>
              <a:t>Even if both flops are using same clock if their resets are different that is an RDC</a:t>
            </a:r>
          </a:p>
          <a:p>
            <a:endParaRPr lang="en-IN" dirty="0"/>
          </a:p>
        </p:txBody>
      </p:sp>
      <p:sp>
        <p:nvSpPr>
          <p:cNvPr id="4" name="Freeform 5">
            <a:extLst>
              <a:ext uri="{FF2B5EF4-FFF2-40B4-BE49-F238E27FC236}">
                <a16:creationId xmlns:a16="http://schemas.microsoft.com/office/drawing/2014/main" id="{CF3C1670-1124-D582-1DAC-140DE65F0D5F}"/>
              </a:ext>
            </a:extLst>
          </p:cNvPr>
          <p:cNvSpPr/>
          <p:nvPr/>
        </p:nvSpPr>
        <p:spPr>
          <a:xfrm>
            <a:off x="2821777" y="3860800"/>
            <a:ext cx="5427766" cy="2753392"/>
          </a:xfrm>
          <a:custGeom>
            <a:avLst/>
            <a:gdLst/>
            <a:ahLst/>
            <a:cxnLst/>
            <a:rect l="l" t="t" r="r" b="b"/>
            <a:pathLst>
              <a:path w="7797546" h="5353027">
                <a:moveTo>
                  <a:pt x="0" y="0"/>
                </a:moveTo>
                <a:lnTo>
                  <a:pt x="7797546" y="0"/>
                </a:lnTo>
                <a:lnTo>
                  <a:pt x="7797546" y="5353027"/>
                </a:lnTo>
                <a:lnTo>
                  <a:pt x="0" y="5353027"/>
                </a:lnTo>
                <a:lnTo>
                  <a:pt x="0" y="0"/>
                </a:lnTo>
                <a:close/>
              </a:path>
            </a:pathLst>
          </a:custGeom>
          <a:blipFill>
            <a:blip r:embed="rId2"/>
            <a:stretch>
              <a:fillRect b="-12162"/>
            </a:stretch>
          </a:blipFill>
        </p:spPr>
      </p:sp>
    </p:spTree>
    <p:extLst>
      <p:ext uri="{BB962C8B-B14F-4D97-AF65-F5344CB8AC3E}">
        <p14:creationId xmlns:p14="http://schemas.microsoft.com/office/powerpoint/2010/main" val="79756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ED689-7F52-3379-9500-AA2B25CED137}"/>
              </a:ext>
            </a:extLst>
          </p:cNvPr>
          <p:cNvSpPr>
            <a:spLocks noGrp="1"/>
          </p:cNvSpPr>
          <p:nvPr>
            <p:ph type="title"/>
          </p:nvPr>
        </p:nvSpPr>
        <p:spPr/>
        <p:txBody>
          <a:bodyPr/>
          <a:lstStyle/>
          <a:p>
            <a:r>
              <a:rPr lang="en-US" dirty="0"/>
              <a:t>                      WHY RDC</a:t>
            </a:r>
            <a:endParaRPr lang="en-IN" dirty="0"/>
          </a:p>
        </p:txBody>
      </p:sp>
      <p:sp>
        <p:nvSpPr>
          <p:cNvPr id="3" name="Content Placeholder 2">
            <a:extLst>
              <a:ext uri="{FF2B5EF4-FFF2-40B4-BE49-F238E27FC236}">
                <a16:creationId xmlns:a16="http://schemas.microsoft.com/office/drawing/2014/main" id="{200C9CFD-ADAF-B07F-B521-209B6DAFD876}"/>
              </a:ext>
            </a:extLst>
          </p:cNvPr>
          <p:cNvSpPr>
            <a:spLocks noGrp="1"/>
          </p:cNvSpPr>
          <p:nvPr>
            <p:ph idx="1"/>
          </p:nvPr>
        </p:nvSpPr>
        <p:spPr/>
        <p:txBody>
          <a:bodyPr>
            <a:normAutofit lnSpcReduction="10000"/>
          </a:bodyPr>
          <a:lstStyle/>
          <a:p>
            <a:r>
              <a:rPr lang="en-IN" b="1" dirty="0"/>
              <a:t>Complexity:</a:t>
            </a:r>
            <a:r>
              <a:rPr lang="en-IN" dirty="0"/>
              <a:t> Past chips had 1-2 resets; modern SoCs have hundreds.</a:t>
            </a:r>
          </a:p>
          <a:p>
            <a:r>
              <a:rPr lang="en-IN" b="1" dirty="0"/>
              <a:t>Power Management:</a:t>
            </a:r>
            <a:r>
              <a:rPr lang="en-IN" dirty="0"/>
              <a:t> Independent "Power Islands" require independent resets to wake/sleep specific blocks (Wi-Fi, Bluetooth, GPU).</a:t>
            </a:r>
          </a:p>
          <a:p>
            <a:r>
              <a:rPr lang="en-IN" b="1" dirty="0"/>
              <a:t>IP Integration:</a:t>
            </a:r>
            <a:r>
              <a:rPr lang="en-IN" dirty="0"/>
              <a:t> Mixing IP from different vendors leads to uncorrelated reset strategies.</a:t>
            </a:r>
          </a:p>
          <a:p>
            <a:r>
              <a:rPr lang="en-IN" b="1" dirty="0"/>
              <a:t>Verification Gap:</a:t>
            </a:r>
            <a:endParaRPr lang="en-IN" dirty="0"/>
          </a:p>
          <a:p>
            <a:pPr lvl="1"/>
            <a:r>
              <a:rPr lang="en-IN" b="1" dirty="0"/>
              <a:t>STA</a:t>
            </a:r>
            <a:r>
              <a:rPr lang="en-IN" dirty="0"/>
              <a:t> (Static Timing Analysis) ignores asynchronous paths.</a:t>
            </a:r>
          </a:p>
          <a:p>
            <a:pPr lvl="1"/>
            <a:r>
              <a:rPr lang="en-IN" b="1" dirty="0"/>
              <a:t>CDC</a:t>
            </a:r>
            <a:r>
              <a:rPr lang="en-IN" dirty="0"/>
              <a:t> (Clock Domain Crossing) tools don't check for reset-induced metastability.</a:t>
            </a:r>
          </a:p>
          <a:p>
            <a:pPr lvl="1"/>
            <a:r>
              <a:rPr lang="en-IN" b="1" dirty="0"/>
              <a:t>Simulation</a:t>
            </a:r>
            <a:r>
              <a:rPr lang="en-IN" dirty="0"/>
              <a:t> rarely catches these because resets happen infrequently .</a:t>
            </a:r>
            <a:br>
              <a:rPr lang="en-IN" dirty="0"/>
            </a:br>
            <a:endParaRPr lang="en-IN" dirty="0"/>
          </a:p>
        </p:txBody>
      </p:sp>
    </p:spTree>
    <p:extLst>
      <p:ext uri="{BB962C8B-B14F-4D97-AF65-F5344CB8AC3E}">
        <p14:creationId xmlns:p14="http://schemas.microsoft.com/office/powerpoint/2010/main" val="4167603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798C-AB8F-EE74-23A8-3F02257B7419}"/>
              </a:ext>
            </a:extLst>
          </p:cNvPr>
          <p:cNvSpPr>
            <a:spLocks noGrp="1"/>
          </p:cNvSpPr>
          <p:nvPr>
            <p:ph type="title"/>
          </p:nvPr>
        </p:nvSpPr>
        <p:spPr/>
        <p:txBody>
          <a:bodyPr/>
          <a:lstStyle/>
          <a:p>
            <a:r>
              <a:rPr lang="en-US" b="1" dirty="0"/>
              <a:t>     why RDC is important</a:t>
            </a:r>
            <a:r>
              <a:rPr lang="en-US" dirty="0"/>
              <a:t>​</a:t>
            </a:r>
            <a:endParaRPr lang="en-IN" dirty="0"/>
          </a:p>
        </p:txBody>
      </p:sp>
      <p:sp>
        <p:nvSpPr>
          <p:cNvPr id="3" name="Content Placeholder 2">
            <a:extLst>
              <a:ext uri="{FF2B5EF4-FFF2-40B4-BE49-F238E27FC236}">
                <a16:creationId xmlns:a16="http://schemas.microsoft.com/office/drawing/2014/main" id="{43C285C2-6A85-9542-0018-ECE9A76A9959}"/>
              </a:ext>
            </a:extLst>
          </p:cNvPr>
          <p:cNvSpPr>
            <a:spLocks noGrp="1"/>
          </p:cNvSpPr>
          <p:nvPr>
            <p:ph idx="1"/>
          </p:nvPr>
        </p:nvSpPr>
        <p:spPr/>
        <p:txBody>
          <a:bodyPr>
            <a:normAutofit lnSpcReduction="10000"/>
          </a:bodyPr>
          <a:lstStyle/>
          <a:p>
            <a:pPr fontAlgn="base"/>
            <a:r>
              <a:rPr lang="en-US" dirty="0"/>
              <a:t>When the reset of one flip flop de-asserts earlier than another flip flop it can ​causes Metastability, Unknown ,Functional failures​</a:t>
            </a:r>
          </a:p>
          <a:p>
            <a:pPr fontAlgn="base"/>
            <a:r>
              <a:rPr lang="en-US" b="1" dirty="0"/>
              <a:t>Metastability</a:t>
            </a:r>
            <a:r>
              <a:rPr lang="en-US" dirty="0"/>
              <a:t>​</a:t>
            </a:r>
          </a:p>
          <a:p>
            <a:pPr marL="0" indent="0" fontAlgn="base">
              <a:buNone/>
            </a:pPr>
            <a:r>
              <a:rPr lang="en-US" dirty="0"/>
              <a:t>     Metastability occurs when a flop in reset domain A becomes active while   the flop driving it  in reset domain B is still held in reset.​</a:t>
            </a:r>
          </a:p>
          <a:p>
            <a:pPr fontAlgn="base"/>
            <a:r>
              <a:rPr lang="en-US" b="1" dirty="0"/>
              <a:t>Unknown</a:t>
            </a:r>
            <a:r>
              <a:rPr lang="en-US" dirty="0"/>
              <a:t>​</a:t>
            </a:r>
          </a:p>
          <a:p>
            <a:pPr marL="0" indent="0" fontAlgn="base">
              <a:buNone/>
            </a:pPr>
            <a:r>
              <a:rPr lang="en-US" dirty="0"/>
              <a:t>      combinational paths may generate invalid values when    upstream logic isn’t initialized yet​</a:t>
            </a:r>
          </a:p>
          <a:p>
            <a:pPr fontAlgn="base"/>
            <a:r>
              <a:rPr lang="en-US" b="1" dirty="0"/>
              <a:t>Functional failures</a:t>
            </a:r>
            <a:r>
              <a:rPr lang="en-US" dirty="0"/>
              <a:t>​</a:t>
            </a:r>
          </a:p>
          <a:p>
            <a:pPr marL="0" indent="0" fontAlgn="base">
              <a:buNone/>
            </a:pPr>
            <a:r>
              <a:rPr lang="en-US" dirty="0"/>
              <a:t>      Design behaves unpredictably during reset release.​</a:t>
            </a:r>
          </a:p>
          <a:p>
            <a:pPr fontAlgn="base"/>
            <a:endParaRPr lang="en-US" dirty="0"/>
          </a:p>
          <a:p>
            <a:endParaRPr lang="en-IN" dirty="0"/>
          </a:p>
        </p:txBody>
      </p:sp>
    </p:spTree>
    <p:extLst>
      <p:ext uri="{BB962C8B-B14F-4D97-AF65-F5344CB8AC3E}">
        <p14:creationId xmlns:p14="http://schemas.microsoft.com/office/powerpoint/2010/main" val="390967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C6102-759D-1949-D3A0-33E10B4A860B}"/>
              </a:ext>
            </a:extLst>
          </p:cNvPr>
          <p:cNvSpPr>
            <a:spLocks noGrp="1"/>
          </p:cNvSpPr>
          <p:nvPr>
            <p:ph type="title"/>
          </p:nvPr>
        </p:nvSpPr>
        <p:spPr/>
        <p:txBody>
          <a:bodyPr/>
          <a:lstStyle/>
          <a:p>
            <a:r>
              <a:rPr lang="en-US" dirty="0"/>
              <a:t>       Features of RDC</a:t>
            </a:r>
            <a:endParaRPr lang="en-IN" dirty="0"/>
          </a:p>
        </p:txBody>
      </p:sp>
      <p:sp>
        <p:nvSpPr>
          <p:cNvPr id="3" name="Content Placeholder 2">
            <a:extLst>
              <a:ext uri="{FF2B5EF4-FFF2-40B4-BE49-F238E27FC236}">
                <a16:creationId xmlns:a16="http://schemas.microsoft.com/office/drawing/2014/main" id="{058B9635-BECE-C546-8A4A-EF2FFD36FAFF}"/>
              </a:ext>
            </a:extLst>
          </p:cNvPr>
          <p:cNvSpPr>
            <a:spLocks noGrp="1"/>
          </p:cNvSpPr>
          <p:nvPr>
            <p:ph idx="1"/>
          </p:nvPr>
        </p:nvSpPr>
        <p:spPr/>
        <p:txBody>
          <a:bodyPr/>
          <a:lstStyle/>
          <a:p>
            <a:r>
              <a:rPr lang="en-US" b="1" dirty="0"/>
              <a:t>Automated Reset Mapping:</a:t>
            </a:r>
            <a:r>
              <a:rPr lang="en-US" dirty="0"/>
              <a:t> Identifies all asynchronous reset sources and traces their propagation paths through the chip logic.</a:t>
            </a:r>
          </a:p>
          <a:p>
            <a:r>
              <a:rPr lang="en-US" b="1" dirty="0"/>
              <a:t>Global Metastability Detection:</a:t>
            </a:r>
            <a:r>
              <a:rPr lang="en-US" dirty="0"/>
              <a:t> Finds signals crossing between different reset domains that could cause system hangs or unpredictable states.</a:t>
            </a:r>
          </a:p>
          <a:p>
            <a:r>
              <a:rPr lang="en-US" b="1" dirty="0"/>
              <a:t>Isolation Logic Verification:</a:t>
            </a:r>
            <a:r>
              <a:rPr lang="en-US" dirty="0"/>
              <a:t> Checks if "blocking" gates (like AND/OR) effectively freeze signals during a reset to prevent glitches.</a:t>
            </a:r>
          </a:p>
          <a:p>
            <a:r>
              <a:rPr lang="en-US" b="1" dirty="0"/>
              <a:t>Metastability Risk Analysis:</a:t>
            </a:r>
            <a:r>
              <a:rPr lang="en-US" dirty="0"/>
              <a:t> Models the probability of a flip-flop entering an unstable state when a source reset asserts asynchronously.</a:t>
            </a:r>
          </a:p>
          <a:p>
            <a:pPr marL="0" indent="0">
              <a:buNone/>
            </a:pPr>
            <a:endParaRPr lang="en-IN" dirty="0"/>
          </a:p>
        </p:txBody>
      </p:sp>
    </p:spTree>
    <p:extLst>
      <p:ext uri="{BB962C8B-B14F-4D97-AF65-F5344CB8AC3E}">
        <p14:creationId xmlns:p14="http://schemas.microsoft.com/office/powerpoint/2010/main" val="1019261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B7A2D-862A-624B-9F86-920F4DFD33C3}"/>
              </a:ext>
            </a:extLst>
          </p:cNvPr>
          <p:cNvSpPr>
            <a:spLocks noGrp="1"/>
          </p:cNvSpPr>
          <p:nvPr>
            <p:ph type="title"/>
          </p:nvPr>
        </p:nvSpPr>
        <p:spPr/>
        <p:txBody>
          <a:bodyPr/>
          <a:lstStyle/>
          <a:p>
            <a:r>
              <a:rPr lang="en-IN" b="1" dirty="0"/>
              <a:t>             Timing requirements</a:t>
            </a:r>
            <a:endParaRPr lang="en-IN" dirty="0"/>
          </a:p>
        </p:txBody>
      </p:sp>
      <p:sp>
        <p:nvSpPr>
          <p:cNvPr id="3" name="Content Placeholder 2">
            <a:extLst>
              <a:ext uri="{FF2B5EF4-FFF2-40B4-BE49-F238E27FC236}">
                <a16:creationId xmlns:a16="http://schemas.microsoft.com/office/drawing/2014/main" id="{EC9674AD-8749-FA1E-A209-CC19C333C66E}"/>
              </a:ext>
            </a:extLst>
          </p:cNvPr>
          <p:cNvSpPr>
            <a:spLocks noGrp="1"/>
          </p:cNvSpPr>
          <p:nvPr>
            <p:ph idx="1"/>
          </p:nvPr>
        </p:nvSpPr>
        <p:spPr>
          <a:xfrm>
            <a:off x="922867" y="2421467"/>
            <a:ext cx="9438745" cy="4436533"/>
          </a:xfrm>
        </p:spPr>
        <p:txBody>
          <a:bodyPr>
            <a:normAutofit/>
          </a:bodyPr>
          <a:lstStyle/>
          <a:p>
            <a:r>
              <a:rPr lang="en-US" b="1" dirty="0"/>
              <a:t>Reset Recovery</a:t>
            </a:r>
            <a:r>
              <a:rPr lang="en-US" dirty="0"/>
              <a:t>​</a:t>
            </a:r>
          </a:p>
          <a:p>
            <a:pPr marL="0" indent="0">
              <a:buNone/>
            </a:pPr>
            <a:r>
              <a:rPr lang="en-US" b="1" dirty="0"/>
              <a:t>    </a:t>
            </a:r>
            <a:r>
              <a:rPr lang="en-US" dirty="0"/>
              <a:t>Minimum time required  for reset must remain asserted </a:t>
            </a:r>
            <a:r>
              <a:rPr lang="en-US" i="1" dirty="0"/>
              <a:t>before</a:t>
            </a:r>
            <a:r>
              <a:rPr lang="en-US" dirty="0"/>
              <a:t> a clock edge, so flops reset correctly.</a:t>
            </a:r>
          </a:p>
          <a:p>
            <a:r>
              <a:rPr lang="en-US" b="1" dirty="0"/>
              <a:t>Reset Removal​</a:t>
            </a:r>
          </a:p>
          <a:p>
            <a:pPr marL="0" indent="0">
              <a:buNone/>
            </a:pPr>
            <a:r>
              <a:rPr lang="en-US" dirty="0"/>
              <a:t>    Minimum time required so that reset must remain stable </a:t>
            </a:r>
            <a:r>
              <a:rPr lang="en-US" i="1" dirty="0"/>
              <a:t>after</a:t>
            </a:r>
            <a:r>
              <a:rPr lang="en-US" dirty="0"/>
              <a:t> a clock edge when it is de-asserted.</a:t>
            </a:r>
          </a:p>
          <a:p>
            <a:pPr marL="0" indent="0">
              <a:buNone/>
            </a:pPr>
            <a:endParaRPr lang="en-US" b="1" dirty="0"/>
          </a:p>
        </p:txBody>
      </p:sp>
      <p:pic>
        <p:nvPicPr>
          <p:cNvPr id="1026" name="Picture 2">
            <a:extLst>
              <a:ext uri="{FF2B5EF4-FFF2-40B4-BE49-F238E27FC236}">
                <a16:creationId xmlns:a16="http://schemas.microsoft.com/office/drawing/2014/main" id="{9B70868F-4ACE-0E97-D6B9-039AFA914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3405" y="4257620"/>
            <a:ext cx="7899399" cy="2490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04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8F37-4CA2-DA57-E046-32046E387A5F}"/>
              </a:ext>
            </a:extLst>
          </p:cNvPr>
          <p:cNvSpPr>
            <a:spLocks noGrp="1"/>
          </p:cNvSpPr>
          <p:nvPr>
            <p:ph type="title"/>
          </p:nvPr>
        </p:nvSpPr>
        <p:spPr/>
        <p:txBody>
          <a:bodyPr/>
          <a:lstStyle/>
          <a:p>
            <a:r>
              <a:rPr lang="en-US" sz="2400" b="1" dirty="0"/>
              <a:t>RDC (RESET DOMAIN CROSSING )TECHNIQUES</a:t>
            </a:r>
            <a:r>
              <a:rPr lang="en-US" sz="2400" dirty="0"/>
              <a:t>​</a:t>
            </a:r>
            <a:endParaRPr lang="en-IN" sz="2400" dirty="0"/>
          </a:p>
        </p:txBody>
      </p:sp>
      <p:sp>
        <p:nvSpPr>
          <p:cNvPr id="3" name="Content Placeholder 2">
            <a:extLst>
              <a:ext uri="{FF2B5EF4-FFF2-40B4-BE49-F238E27FC236}">
                <a16:creationId xmlns:a16="http://schemas.microsoft.com/office/drawing/2014/main" id="{2A3B2C5C-7120-3DBD-42C3-17D3EA08D212}"/>
              </a:ext>
            </a:extLst>
          </p:cNvPr>
          <p:cNvSpPr>
            <a:spLocks noGrp="1"/>
          </p:cNvSpPr>
          <p:nvPr>
            <p:ph idx="1"/>
          </p:nvPr>
        </p:nvSpPr>
        <p:spPr/>
        <p:txBody>
          <a:bodyPr/>
          <a:lstStyle/>
          <a:p>
            <a:r>
              <a:rPr lang="en-IN" dirty="0"/>
              <a:t>There are 4 techniques are there for fixing RDC</a:t>
            </a:r>
          </a:p>
          <a:p>
            <a:r>
              <a:rPr lang="en-US" b="1" dirty="0"/>
              <a:t>Synchronizer reset</a:t>
            </a:r>
            <a:r>
              <a:rPr lang="en-US" dirty="0"/>
              <a:t>​</a:t>
            </a:r>
          </a:p>
          <a:p>
            <a:r>
              <a:rPr lang="en-US" b="1" dirty="0"/>
              <a:t>Use handshake or valid signal after reset</a:t>
            </a:r>
            <a:r>
              <a:rPr lang="en-US" dirty="0"/>
              <a:t>​</a:t>
            </a:r>
          </a:p>
          <a:p>
            <a:r>
              <a:rPr lang="en-US" b="1" dirty="0"/>
              <a:t>Add gating</a:t>
            </a:r>
            <a:r>
              <a:rPr lang="en-US" dirty="0"/>
              <a:t>​</a:t>
            </a:r>
          </a:p>
          <a:p>
            <a:r>
              <a:rPr lang="en-US" b="1" dirty="0"/>
              <a:t>Globally Synchronizer reset</a:t>
            </a:r>
          </a:p>
          <a:p>
            <a:pPr marL="0" indent="0">
              <a:buNone/>
            </a:pPr>
            <a:endParaRPr lang="en-IN" dirty="0"/>
          </a:p>
        </p:txBody>
      </p:sp>
    </p:spTree>
    <p:extLst>
      <p:ext uri="{BB962C8B-B14F-4D97-AF65-F5344CB8AC3E}">
        <p14:creationId xmlns:p14="http://schemas.microsoft.com/office/powerpoint/2010/main" val="37036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F839C-EB3D-BD56-71E0-3390718491CC}"/>
              </a:ext>
            </a:extLst>
          </p:cNvPr>
          <p:cNvSpPr>
            <a:spLocks noGrp="1"/>
          </p:cNvSpPr>
          <p:nvPr>
            <p:ph type="title"/>
          </p:nvPr>
        </p:nvSpPr>
        <p:spPr/>
        <p:txBody>
          <a:bodyPr/>
          <a:lstStyle/>
          <a:p>
            <a:r>
              <a:rPr lang="en-IN" dirty="0"/>
              <a:t>       Synchronizer reset</a:t>
            </a:r>
          </a:p>
        </p:txBody>
      </p:sp>
      <p:sp>
        <p:nvSpPr>
          <p:cNvPr id="4" name="Content Placeholder 3">
            <a:extLst>
              <a:ext uri="{FF2B5EF4-FFF2-40B4-BE49-F238E27FC236}">
                <a16:creationId xmlns:a16="http://schemas.microsoft.com/office/drawing/2014/main" id="{BDB93699-FF59-7920-920A-DB36E3723181}"/>
              </a:ext>
            </a:extLst>
          </p:cNvPr>
          <p:cNvSpPr>
            <a:spLocks noGrp="1"/>
          </p:cNvSpPr>
          <p:nvPr>
            <p:ph idx="1"/>
          </p:nvPr>
        </p:nvSpPr>
        <p:spPr/>
        <p:txBody>
          <a:bodyPr>
            <a:normAutofit fontScale="92500" lnSpcReduction="20000"/>
          </a:bodyPr>
          <a:lstStyle/>
          <a:p>
            <a:r>
              <a:rPr lang="en-US" dirty="0"/>
              <a:t>In synchronous reset circuits, the reset signal is synchronized with the clock. When the reset is applied, the action only occurs at clock edges (positive or negative edge), avoiding glitches and metastability. </a:t>
            </a:r>
          </a:p>
          <a:p>
            <a:r>
              <a:rPr lang="en-US" dirty="0"/>
              <a:t>The coding style to model synchronous reset is an </a:t>
            </a:r>
            <a:r>
              <a:rPr lang="en-US" b="1" dirty="0"/>
              <a:t>if/else</a:t>
            </a:r>
            <a:r>
              <a:rPr lang="en-US" dirty="0"/>
              <a:t> priority style with reset in the </a:t>
            </a:r>
            <a:r>
              <a:rPr lang="en-US" b="1" dirty="0"/>
              <a:t>if</a:t>
            </a:r>
            <a:r>
              <a:rPr lang="en-US" dirty="0"/>
              <a:t> condition and all the other logic in the </a:t>
            </a:r>
            <a:r>
              <a:rPr lang="en-US" b="1" dirty="0"/>
              <a:t>else</a:t>
            </a:r>
            <a:r>
              <a:rPr lang="en-US" dirty="0"/>
              <a:t> section.</a:t>
            </a:r>
          </a:p>
          <a:p>
            <a:pPr marL="0" indent="0">
              <a:buNone/>
            </a:pPr>
            <a:r>
              <a:rPr lang="en-IN" dirty="0"/>
              <a:t>Ex: module </a:t>
            </a:r>
            <a:r>
              <a:rPr lang="en-IN" dirty="0" err="1"/>
              <a:t>sync_rst</a:t>
            </a:r>
            <a:r>
              <a:rPr lang="en-IN" dirty="0"/>
              <a:t> (</a:t>
            </a:r>
            <a:r>
              <a:rPr lang="en-IN" dirty="0" err="1"/>
              <a:t>clk,rst,d,q</a:t>
            </a:r>
            <a:r>
              <a:rPr lang="en-IN" dirty="0"/>
              <a:t>);</a:t>
            </a:r>
          </a:p>
          <a:p>
            <a:pPr marL="0" indent="0">
              <a:buNone/>
            </a:pPr>
            <a:r>
              <a:rPr lang="en-IN" dirty="0"/>
              <a:t>       input </a:t>
            </a:r>
            <a:r>
              <a:rPr lang="en-IN" dirty="0" err="1"/>
              <a:t>clk,rst,d</a:t>
            </a:r>
            <a:r>
              <a:rPr lang="en-IN" dirty="0"/>
              <a:t>;</a:t>
            </a:r>
          </a:p>
          <a:p>
            <a:pPr marL="0" indent="0">
              <a:buNone/>
            </a:pPr>
            <a:r>
              <a:rPr lang="en-IN" dirty="0"/>
              <a:t>       output reg q;</a:t>
            </a:r>
          </a:p>
          <a:p>
            <a:pPr marL="0" indent="0">
              <a:buNone/>
            </a:pPr>
            <a:r>
              <a:rPr lang="en-IN" dirty="0"/>
              <a:t>  </a:t>
            </a:r>
            <a:r>
              <a:rPr lang="en-IN" dirty="0" err="1"/>
              <a:t>always_ff</a:t>
            </a:r>
            <a:r>
              <a:rPr lang="en-IN" dirty="0"/>
              <a:t>@(posedge </a:t>
            </a:r>
            <a:r>
              <a:rPr lang="en-IN" dirty="0" err="1"/>
              <a:t>clk</a:t>
            </a:r>
            <a:r>
              <a:rPr lang="en-IN" dirty="0"/>
              <a:t>)</a:t>
            </a:r>
          </a:p>
          <a:p>
            <a:pPr marL="0" indent="0">
              <a:buNone/>
            </a:pPr>
            <a:r>
              <a:rPr lang="en-IN" dirty="0"/>
              <a:t>      if(!</a:t>
            </a:r>
            <a:r>
              <a:rPr lang="en-IN" dirty="0" err="1"/>
              <a:t>rst</a:t>
            </a:r>
            <a:r>
              <a:rPr lang="en-IN" dirty="0"/>
              <a:t>) q&lt;=1’b0;</a:t>
            </a:r>
          </a:p>
          <a:p>
            <a:pPr marL="0" indent="0">
              <a:buNone/>
            </a:pPr>
            <a:r>
              <a:rPr lang="en-IN" dirty="0"/>
              <a:t>     else     q&lt;= d</a:t>
            </a:r>
          </a:p>
        </p:txBody>
      </p:sp>
      <p:pic>
        <p:nvPicPr>
          <p:cNvPr id="7" name="Picture 6">
            <a:extLst>
              <a:ext uri="{FF2B5EF4-FFF2-40B4-BE49-F238E27FC236}">
                <a16:creationId xmlns:a16="http://schemas.microsoft.com/office/drawing/2014/main" id="{B7D5A75F-EC12-E6A2-9F31-58258A1C735F}"/>
              </a:ext>
            </a:extLst>
          </p:cNvPr>
          <p:cNvPicPr>
            <a:picLocks noChangeAspect="1"/>
          </p:cNvPicPr>
          <p:nvPr/>
        </p:nvPicPr>
        <p:blipFill>
          <a:blip r:embed="rId2"/>
          <a:stretch>
            <a:fillRect/>
          </a:stretch>
        </p:blipFill>
        <p:spPr>
          <a:xfrm>
            <a:off x="5623259" y="4061095"/>
            <a:ext cx="3909399" cy="2377646"/>
          </a:xfrm>
          <a:prstGeom prst="rect">
            <a:avLst/>
          </a:prstGeom>
        </p:spPr>
      </p:pic>
    </p:spTree>
    <p:extLst>
      <p:ext uri="{BB962C8B-B14F-4D97-AF65-F5344CB8AC3E}">
        <p14:creationId xmlns:p14="http://schemas.microsoft.com/office/powerpoint/2010/main" val="608544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5B543-D912-5005-515E-FBE034BAF3D0}"/>
              </a:ext>
            </a:extLst>
          </p:cNvPr>
          <p:cNvSpPr>
            <a:spLocks noGrp="1"/>
          </p:cNvSpPr>
          <p:nvPr>
            <p:ph type="title"/>
          </p:nvPr>
        </p:nvSpPr>
        <p:spPr/>
        <p:txBody>
          <a:bodyPr/>
          <a:lstStyle/>
          <a:p>
            <a:r>
              <a:rPr lang="en-US" sz="2400" b="1" dirty="0"/>
              <a:t>Use handshake or valid signal after reset</a:t>
            </a:r>
            <a:r>
              <a:rPr lang="en-US" sz="2400" dirty="0"/>
              <a:t>​</a:t>
            </a:r>
            <a:endParaRPr lang="en-IN" sz="2400" dirty="0"/>
          </a:p>
        </p:txBody>
      </p:sp>
      <p:sp>
        <p:nvSpPr>
          <p:cNvPr id="3" name="Content Placeholder 2">
            <a:extLst>
              <a:ext uri="{FF2B5EF4-FFF2-40B4-BE49-F238E27FC236}">
                <a16:creationId xmlns:a16="http://schemas.microsoft.com/office/drawing/2014/main" id="{BBDBBB83-4FC7-53CC-2C13-01D056E11CD1}"/>
              </a:ext>
            </a:extLst>
          </p:cNvPr>
          <p:cNvSpPr>
            <a:spLocks noGrp="1"/>
          </p:cNvSpPr>
          <p:nvPr>
            <p:ph idx="1"/>
          </p:nvPr>
        </p:nvSpPr>
        <p:spPr/>
        <p:txBody>
          <a:bodyPr>
            <a:normAutofit fontScale="85000" lnSpcReduction="20000"/>
          </a:bodyPr>
          <a:lstStyle/>
          <a:p>
            <a:r>
              <a:rPr lang="en-US" dirty="0"/>
              <a:t>Here we add valid signal when ever valid is high that time flop a samples flop b​</a:t>
            </a:r>
          </a:p>
          <a:p>
            <a:pPr fontAlgn="base">
              <a:buFont typeface="Arial" panose="020B0604020202020204" pitchFamily="34" charset="0"/>
              <a:buChar char="•"/>
            </a:pPr>
            <a:r>
              <a:rPr lang="en-US" dirty="0"/>
              <a:t>          FLOP_A : generates data + valid​</a:t>
            </a:r>
          </a:p>
          <a:p>
            <a:pPr fontAlgn="base">
              <a:buFont typeface="Arial" panose="020B0604020202020204" pitchFamily="34" charset="0"/>
              <a:buChar char="•"/>
            </a:pPr>
            <a:r>
              <a:rPr lang="en-US" dirty="0"/>
              <a:t>         FLOP_B : accepts data when valid is high​</a:t>
            </a:r>
          </a:p>
          <a:p>
            <a:pPr fontAlgn="base"/>
            <a:endParaRPr lang="en-US" dirty="0"/>
          </a:p>
          <a:p>
            <a:pPr fontAlgn="base"/>
            <a:r>
              <a:rPr lang="en-US" b="1" dirty="0"/>
              <a:t>FLOP_A</a:t>
            </a:r>
            <a:r>
              <a:rPr lang="en-US" dirty="0"/>
              <a:t>​</a:t>
            </a:r>
          </a:p>
          <a:p>
            <a:pPr marL="0" indent="0" fontAlgn="base">
              <a:buNone/>
            </a:pPr>
            <a:r>
              <a:rPr lang="en-US" dirty="0"/>
              <a:t>                </a:t>
            </a:r>
            <a:r>
              <a:rPr lang="en-US" dirty="0" err="1"/>
              <a:t>always_ff</a:t>
            </a:r>
            <a:r>
              <a:rPr lang="en-US" dirty="0"/>
              <a:t> @(posedge </a:t>
            </a:r>
            <a:r>
              <a:rPr lang="en-US" dirty="0" err="1"/>
              <a:t>clk</a:t>
            </a:r>
            <a:r>
              <a:rPr lang="en-US" dirty="0"/>
              <a:t> or </a:t>
            </a:r>
            <a:r>
              <a:rPr lang="en-US" dirty="0" err="1"/>
              <a:t>negedge</a:t>
            </a:r>
            <a:r>
              <a:rPr lang="en-US" dirty="0"/>
              <a:t> rst_n1)​</a:t>
            </a:r>
          </a:p>
          <a:p>
            <a:pPr marL="0" indent="0" fontAlgn="base">
              <a:buNone/>
            </a:pPr>
            <a:r>
              <a:rPr lang="en-US" dirty="0"/>
              <a:t>                    FLOP_A &lt;= (!rst_n1) ? 1'b0 : data in;​</a:t>
            </a:r>
          </a:p>
          <a:p>
            <a:pPr marL="0" indent="0" fontAlgn="base">
              <a:buNone/>
            </a:pPr>
            <a:r>
              <a:rPr lang="en-US" dirty="0"/>
              <a:t>                     </a:t>
            </a:r>
            <a:r>
              <a:rPr lang="en-US" dirty="0" err="1"/>
              <a:t>a_valid</a:t>
            </a:r>
            <a:r>
              <a:rPr lang="en-US" dirty="0"/>
              <a:t> &lt;= (!rst_n1) ? 1'b0 : 1'b1;​</a:t>
            </a:r>
          </a:p>
          <a:p>
            <a:pPr fontAlgn="base"/>
            <a:r>
              <a:rPr lang="en-US" b="1" dirty="0"/>
              <a:t>FLOP_B</a:t>
            </a:r>
            <a:r>
              <a:rPr lang="en-US" dirty="0"/>
              <a:t>​</a:t>
            </a:r>
          </a:p>
          <a:p>
            <a:pPr marL="0" indent="0" fontAlgn="base">
              <a:buNone/>
            </a:pPr>
            <a:r>
              <a:rPr lang="en-US" dirty="0"/>
              <a:t>             </a:t>
            </a:r>
            <a:r>
              <a:rPr lang="en-US" dirty="0" err="1"/>
              <a:t>always_ff</a:t>
            </a:r>
            <a:r>
              <a:rPr lang="en-US" dirty="0"/>
              <a:t> @(posedge </a:t>
            </a:r>
            <a:r>
              <a:rPr lang="en-US" dirty="0" err="1"/>
              <a:t>clk</a:t>
            </a:r>
            <a:r>
              <a:rPr lang="en-US" dirty="0"/>
              <a:t> or </a:t>
            </a:r>
            <a:r>
              <a:rPr lang="en-US" dirty="0" err="1"/>
              <a:t>negedge</a:t>
            </a:r>
            <a:r>
              <a:rPr lang="en-US" dirty="0"/>
              <a:t> rst_n2)​</a:t>
            </a:r>
          </a:p>
          <a:p>
            <a:pPr marL="0" indent="0" fontAlgn="base">
              <a:buNone/>
            </a:pPr>
            <a:r>
              <a:rPr lang="en-US" dirty="0"/>
              <a:t>                  FLOB_B &lt;= (!rst_n2) ? 1'b0 : </a:t>
            </a:r>
            <a:r>
              <a:rPr lang="en-US" dirty="0" err="1"/>
              <a:t>a_valid</a:t>
            </a:r>
            <a:r>
              <a:rPr lang="en-US" dirty="0"/>
              <a:t> ? FLOP_A : FLOP_B;​</a:t>
            </a:r>
          </a:p>
          <a:p>
            <a:pPr fontAlgn="base">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303108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FB91C-6A9F-087A-6F57-162E659152A6}"/>
              </a:ext>
            </a:extLst>
          </p:cNvPr>
          <p:cNvSpPr>
            <a:spLocks noGrp="1"/>
          </p:cNvSpPr>
          <p:nvPr>
            <p:ph type="title"/>
          </p:nvPr>
        </p:nvSpPr>
        <p:spPr/>
        <p:txBody>
          <a:bodyPr/>
          <a:lstStyle/>
          <a:p>
            <a:r>
              <a:rPr lang="en-IN" dirty="0"/>
              <a:t>         Clock Gating</a:t>
            </a:r>
          </a:p>
        </p:txBody>
      </p:sp>
      <p:sp>
        <p:nvSpPr>
          <p:cNvPr id="3" name="Content Placeholder 2">
            <a:extLst>
              <a:ext uri="{FF2B5EF4-FFF2-40B4-BE49-F238E27FC236}">
                <a16:creationId xmlns:a16="http://schemas.microsoft.com/office/drawing/2014/main" id="{EBDECBC4-5D40-A0FC-A493-6C6A8FD3BEB6}"/>
              </a:ext>
            </a:extLst>
          </p:cNvPr>
          <p:cNvSpPr>
            <a:spLocks noGrp="1"/>
          </p:cNvSpPr>
          <p:nvPr>
            <p:ph idx="1"/>
          </p:nvPr>
        </p:nvSpPr>
        <p:spPr>
          <a:xfrm>
            <a:off x="660401" y="2734733"/>
            <a:ext cx="10371666" cy="3268134"/>
          </a:xfrm>
        </p:spPr>
        <p:txBody>
          <a:bodyPr>
            <a:normAutofit/>
          </a:bodyPr>
          <a:lstStyle/>
          <a:p>
            <a:pPr fontAlgn="base"/>
            <a:r>
              <a:rPr lang="en-US" dirty="0"/>
              <a:t>When gated clock = 0 → flop does NOT toggle → so it will NOT go metastable.​</a:t>
            </a:r>
          </a:p>
          <a:p>
            <a:pPr fontAlgn="base"/>
            <a:r>
              <a:rPr lang="en-US" dirty="0"/>
              <a:t>Reset must de-assert fully first, become stable, and then only the gated clock should be enabled.​</a:t>
            </a:r>
          </a:p>
          <a:p>
            <a:pPr fontAlgn="base"/>
            <a:r>
              <a:rPr lang="en-US" dirty="0"/>
              <a:t>After clock resumes, the flop samples clean and stable value → hence NO metastability.​</a:t>
            </a:r>
          </a:p>
          <a:p>
            <a:pPr fontAlgn="base"/>
            <a:endParaRPr lang="en-US" dirty="0"/>
          </a:p>
          <a:p>
            <a:endParaRPr lang="en-IN" dirty="0"/>
          </a:p>
        </p:txBody>
      </p:sp>
      <p:pic>
        <p:nvPicPr>
          <p:cNvPr id="2050" name="Picture 2">
            <a:extLst>
              <a:ext uri="{FF2B5EF4-FFF2-40B4-BE49-F238E27FC236}">
                <a16:creationId xmlns:a16="http://schemas.microsoft.com/office/drawing/2014/main" id="{7C231800-C405-60D8-2454-09FAE51959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400" y="4246465"/>
            <a:ext cx="5029200" cy="2095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382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0FC7-9011-5C43-9E9C-7EA1EEF5CF07}"/>
              </a:ext>
            </a:extLst>
          </p:cNvPr>
          <p:cNvSpPr>
            <a:spLocks noGrp="1"/>
          </p:cNvSpPr>
          <p:nvPr>
            <p:ph type="title"/>
          </p:nvPr>
        </p:nvSpPr>
        <p:spPr/>
        <p:txBody>
          <a:bodyPr/>
          <a:lstStyle/>
          <a:p>
            <a:r>
              <a:rPr lang="en-IN" dirty="0"/>
              <a:t>        Reset </a:t>
            </a:r>
          </a:p>
        </p:txBody>
      </p:sp>
      <p:sp>
        <p:nvSpPr>
          <p:cNvPr id="3" name="Content Placeholder 2">
            <a:extLst>
              <a:ext uri="{FF2B5EF4-FFF2-40B4-BE49-F238E27FC236}">
                <a16:creationId xmlns:a16="http://schemas.microsoft.com/office/drawing/2014/main" id="{E40D4D4F-0689-8412-976C-68B1D10B7DDB}"/>
              </a:ext>
            </a:extLst>
          </p:cNvPr>
          <p:cNvSpPr>
            <a:spLocks noGrp="1"/>
          </p:cNvSpPr>
          <p:nvPr>
            <p:ph idx="1"/>
          </p:nvPr>
        </p:nvSpPr>
        <p:spPr/>
        <p:txBody>
          <a:bodyPr/>
          <a:lstStyle/>
          <a:p>
            <a:r>
              <a:rPr lang="en-US" b="1" dirty="0"/>
              <a:t>Reset</a:t>
            </a:r>
            <a:r>
              <a:rPr lang="en-US" dirty="0"/>
              <a:t> is a control signal used to initialize and re-initialize a digital system to a known, safe state.</a:t>
            </a:r>
          </a:p>
          <a:p>
            <a:pPr marL="0" indent="0">
              <a:buNone/>
            </a:pPr>
            <a:r>
              <a:rPr lang="en-US" b="1" dirty="0"/>
              <a:t>Why we use reset:</a:t>
            </a:r>
            <a:endParaRPr lang="en-US" dirty="0"/>
          </a:p>
          <a:p>
            <a:r>
              <a:rPr lang="en-US" dirty="0"/>
              <a:t>To clear random/invalid values in registers and logic after power-up</a:t>
            </a:r>
          </a:p>
          <a:p>
            <a:r>
              <a:rPr lang="en-US" dirty="0"/>
              <a:t>To ensure the system starts </a:t>
            </a:r>
            <a:r>
              <a:rPr lang="en-US" b="1" dirty="0"/>
              <a:t>predictably and safely</a:t>
            </a:r>
            <a:endParaRPr lang="en-US" dirty="0"/>
          </a:p>
          <a:p>
            <a:r>
              <a:rPr lang="en-US" dirty="0"/>
              <a:t>To recover the system from </a:t>
            </a:r>
            <a:r>
              <a:rPr lang="en-US" b="1" dirty="0"/>
              <a:t>errors, hangs, or abnormal conditions</a:t>
            </a:r>
            <a:endParaRPr lang="en-US" dirty="0"/>
          </a:p>
          <a:p>
            <a:pPr marL="0" indent="0">
              <a:buNone/>
            </a:pPr>
            <a:endParaRPr lang="en-US" dirty="0"/>
          </a:p>
        </p:txBody>
      </p:sp>
    </p:spTree>
    <p:extLst>
      <p:ext uri="{BB962C8B-B14F-4D97-AF65-F5344CB8AC3E}">
        <p14:creationId xmlns:p14="http://schemas.microsoft.com/office/powerpoint/2010/main" val="2602600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269DB-F1E7-3A97-4D9D-F278F52400B1}"/>
              </a:ext>
            </a:extLst>
          </p:cNvPr>
          <p:cNvSpPr>
            <a:spLocks noGrp="1"/>
          </p:cNvSpPr>
          <p:nvPr>
            <p:ph type="title"/>
          </p:nvPr>
        </p:nvSpPr>
        <p:spPr/>
        <p:txBody>
          <a:bodyPr/>
          <a:lstStyle/>
          <a:p>
            <a:r>
              <a:rPr lang="en-IN" dirty="0"/>
              <a:t>   Types of resets</a:t>
            </a:r>
          </a:p>
        </p:txBody>
      </p:sp>
      <p:sp>
        <p:nvSpPr>
          <p:cNvPr id="3" name="Content Placeholder 2">
            <a:extLst>
              <a:ext uri="{FF2B5EF4-FFF2-40B4-BE49-F238E27FC236}">
                <a16:creationId xmlns:a16="http://schemas.microsoft.com/office/drawing/2014/main" id="{E342C000-4D83-B69E-414A-D9FCA5E45CF7}"/>
              </a:ext>
            </a:extLst>
          </p:cNvPr>
          <p:cNvSpPr>
            <a:spLocks noGrp="1"/>
          </p:cNvSpPr>
          <p:nvPr>
            <p:ph idx="1"/>
          </p:nvPr>
        </p:nvSpPr>
        <p:spPr/>
        <p:txBody>
          <a:bodyPr>
            <a:normAutofit fontScale="85000" lnSpcReduction="20000"/>
          </a:bodyPr>
          <a:lstStyle/>
          <a:p>
            <a:r>
              <a:rPr lang="en-IN" dirty="0"/>
              <a:t>There are </a:t>
            </a:r>
            <a:r>
              <a:rPr lang="en-US" dirty="0"/>
              <a:t>different types of resets are there in a typical SoC</a:t>
            </a:r>
          </a:p>
          <a:p>
            <a:r>
              <a:rPr lang="en-IN" b="1" dirty="0"/>
              <a:t>Hard Reset</a:t>
            </a:r>
          </a:p>
          <a:p>
            <a:r>
              <a:rPr lang="en-IN" b="1" dirty="0"/>
              <a:t>Soft Reset</a:t>
            </a:r>
          </a:p>
          <a:p>
            <a:r>
              <a:rPr lang="en-IN" b="1" dirty="0"/>
              <a:t>Power-on Reset (POR) /System reset /cold reset</a:t>
            </a:r>
          </a:p>
          <a:p>
            <a:r>
              <a:rPr lang="en-IN" b="1" dirty="0"/>
              <a:t>Watchdog Reset</a:t>
            </a:r>
          </a:p>
          <a:p>
            <a:r>
              <a:rPr lang="en-IN" b="1" dirty="0"/>
              <a:t>Peripheral Reset:</a:t>
            </a:r>
          </a:p>
          <a:p>
            <a:r>
              <a:rPr lang="en-IN" b="1" dirty="0"/>
              <a:t>Core reset </a:t>
            </a:r>
          </a:p>
          <a:p>
            <a:r>
              <a:rPr lang="en-IN" b="1" dirty="0"/>
              <a:t>DMA Reset</a:t>
            </a:r>
          </a:p>
          <a:p>
            <a:r>
              <a:rPr lang="en-IN" b="1" dirty="0"/>
              <a:t>Functional Reset</a:t>
            </a:r>
          </a:p>
          <a:p>
            <a:r>
              <a:rPr lang="en-IN" b="1" dirty="0"/>
              <a:t>Warm reset </a:t>
            </a:r>
          </a:p>
          <a:p>
            <a:r>
              <a:rPr lang="en-IN" b="1" dirty="0"/>
              <a:t>Hot reset</a:t>
            </a:r>
          </a:p>
          <a:p>
            <a:endParaRPr lang="en-IN" b="1" dirty="0"/>
          </a:p>
          <a:p>
            <a:pPr marL="0" indent="0">
              <a:buNone/>
            </a:pPr>
            <a:endParaRPr lang="en-US" dirty="0"/>
          </a:p>
          <a:p>
            <a:endParaRPr lang="en-US" dirty="0"/>
          </a:p>
          <a:p>
            <a:endParaRPr lang="en-IN" dirty="0"/>
          </a:p>
        </p:txBody>
      </p:sp>
    </p:spTree>
    <p:extLst>
      <p:ext uri="{BB962C8B-B14F-4D97-AF65-F5344CB8AC3E}">
        <p14:creationId xmlns:p14="http://schemas.microsoft.com/office/powerpoint/2010/main" val="502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DDF3D-1979-98CA-D7FE-1333A1F5D07A}"/>
              </a:ext>
            </a:extLst>
          </p:cNvPr>
          <p:cNvSpPr>
            <a:spLocks noGrp="1"/>
          </p:cNvSpPr>
          <p:nvPr>
            <p:ph type="title"/>
          </p:nvPr>
        </p:nvSpPr>
        <p:spPr/>
        <p:txBody>
          <a:bodyPr/>
          <a:lstStyle/>
          <a:p>
            <a:r>
              <a:rPr lang="en-IN" dirty="0"/>
              <a:t>      Hard Reset</a:t>
            </a:r>
          </a:p>
        </p:txBody>
      </p:sp>
      <p:sp>
        <p:nvSpPr>
          <p:cNvPr id="3" name="Content Placeholder 2">
            <a:extLst>
              <a:ext uri="{FF2B5EF4-FFF2-40B4-BE49-F238E27FC236}">
                <a16:creationId xmlns:a16="http://schemas.microsoft.com/office/drawing/2014/main" id="{5640224B-B1F4-55B0-F4ED-00CA5854FD5A}"/>
              </a:ext>
            </a:extLst>
          </p:cNvPr>
          <p:cNvSpPr>
            <a:spLocks noGrp="1"/>
          </p:cNvSpPr>
          <p:nvPr>
            <p:ph idx="1"/>
          </p:nvPr>
        </p:nvSpPr>
        <p:spPr/>
        <p:txBody>
          <a:bodyPr>
            <a:normAutofit fontScale="92500" lnSpcReduction="20000"/>
          </a:bodyPr>
          <a:lstStyle/>
          <a:p>
            <a:r>
              <a:rPr lang="en-US" dirty="0"/>
              <a:t>A hard reset, also known as a “factory reset” or “hard reboot,” is a process that restores a device to its original system state. </a:t>
            </a:r>
          </a:p>
          <a:p>
            <a:r>
              <a:rPr lang="en-US" dirty="0"/>
              <a:t>This means it erases all the data that has been added to the device since its purchase and reinstalls the operating system. </a:t>
            </a:r>
          </a:p>
          <a:p>
            <a:r>
              <a:rPr lang="en-US" dirty="0"/>
              <a:t>It clears all registers, state machines, memories (if connected</a:t>
            </a:r>
            <a:r>
              <a:rPr lang="en-US" b="1" dirty="0"/>
              <a:t>)</a:t>
            </a:r>
            <a:r>
              <a:rPr lang="en-US" dirty="0"/>
              <a:t> and stops everything immediately.</a:t>
            </a:r>
          </a:p>
          <a:p>
            <a:pPr marL="0" indent="0">
              <a:buNone/>
            </a:pPr>
            <a:r>
              <a:rPr lang="en-US" b="1" dirty="0"/>
              <a:t>        Ex</a:t>
            </a:r>
            <a:r>
              <a:rPr lang="en-US" dirty="0"/>
              <a:t>: Restarting your phone </a:t>
            </a:r>
          </a:p>
          <a:p>
            <a:pPr marL="0" indent="0">
              <a:buNone/>
            </a:pPr>
            <a:r>
              <a:rPr lang="en-US" b="1" dirty="0"/>
              <a:t>Why we use Hard Reset</a:t>
            </a:r>
          </a:p>
          <a:p>
            <a:r>
              <a:rPr lang="en-US" dirty="0"/>
              <a:t>To recover from </a:t>
            </a:r>
            <a:r>
              <a:rPr lang="en-US" b="1" dirty="0"/>
              <a:t>serious faults or hangs</a:t>
            </a:r>
            <a:endParaRPr lang="en-US" dirty="0"/>
          </a:p>
          <a:p>
            <a:r>
              <a:rPr lang="en-US" dirty="0"/>
              <a:t>To guarantee a </a:t>
            </a:r>
            <a:r>
              <a:rPr lang="en-US" b="1" dirty="0"/>
              <a:t>fully known, clean start</a:t>
            </a:r>
            <a:endParaRPr lang="en-US" dirty="0"/>
          </a:p>
          <a:p>
            <a:r>
              <a:rPr lang="en-US" dirty="0"/>
              <a:t>To reset hardware after </a:t>
            </a:r>
            <a:r>
              <a:rPr lang="en-US" b="1" dirty="0"/>
              <a:t>power-up</a:t>
            </a:r>
            <a:r>
              <a:rPr lang="en-US" dirty="0"/>
              <a:t> or watchdog timeout</a:t>
            </a:r>
          </a:p>
          <a:p>
            <a:pPr marL="0" indent="0">
              <a:buNone/>
            </a:pPr>
            <a:endParaRPr lang="en-IN" dirty="0"/>
          </a:p>
        </p:txBody>
      </p:sp>
    </p:spTree>
    <p:extLst>
      <p:ext uri="{BB962C8B-B14F-4D97-AF65-F5344CB8AC3E}">
        <p14:creationId xmlns:p14="http://schemas.microsoft.com/office/powerpoint/2010/main" val="2816356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0052E-A0F2-3E3A-0787-A37FE0F254FB}"/>
              </a:ext>
            </a:extLst>
          </p:cNvPr>
          <p:cNvSpPr>
            <a:spLocks noGrp="1"/>
          </p:cNvSpPr>
          <p:nvPr>
            <p:ph type="title"/>
          </p:nvPr>
        </p:nvSpPr>
        <p:spPr/>
        <p:txBody>
          <a:bodyPr/>
          <a:lstStyle/>
          <a:p>
            <a:br>
              <a:rPr lang="en-IN" dirty="0"/>
            </a:br>
            <a:br>
              <a:rPr lang="en-IN" dirty="0"/>
            </a:br>
            <a:br>
              <a:rPr lang="en-IN" dirty="0"/>
            </a:br>
            <a:br>
              <a:rPr lang="en-IN" dirty="0"/>
            </a:br>
            <a:br>
              <a:rPr lang="en-IN" dirty="0"/>
            </a:br>
            <a:r>
              <a:rPr lang="en-IN" dirty="0"/>
              <a:t>                Hard Reset</a:t>
            </a:r>
            <a:br>
              <a:rPr lang="en-IN" dirty="0"/>
            </a:br>
            <a:br>
              <a:rPr lang="en-IN" dirty="0"/>
            </a:br>
            <a:br>
              <a:rPr lang="en-IN" dirty="0"/>
            </a:br>
            <a:br>
              <a:rPr lang="en-IN" dirty="0"/>
            </a:br>
            <a:br>
              <a:rPr lang="en-IN" dirty="0"/>
            </a:br>
            <a:br>
              <a:rPr lang="en-IN" dirty="0"/>
            </a:br>
            <a:r>
              <a:rPr lang="en-IN" dirty="0"/>
              <a:t>h</a:t>
            </a:r>
          </a:p>
        </p:txBody>
      </p:sp>
      <p:sp>
        <p:nvSpPr>
          <p:cNvPr id="3" name="Content Placeholder 2">
            <a:extLst>
              <a:ext uri="{FF2B5EF4-FFF2-40B4-BE49-F238E27FC236}">
                <a16:creationId xmlns:a16="http://schemas.microsoft.com/office/drawing/2014/main" id="{A7AFA90E-BBC6-DCF4-F938-99FCBEA9EFA7}"/>
              </a:ext>
            </a:extLst>
          </p:cNvPr>
          <p:cNvSpPr>
            <a:spLocks noGrp="1"/>
          </p:cNvSpPr>
          <p:nvPr>
            <p:ph idx="1"/>
          </p:nvPr>
        </p:nvSpPr>
        <p:spPr/>
        <p:txBody>
          <a:bodyPr>
            <a:normAutofit/>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2E238744-0223-D5F0-38B2-41823C1C5C1F}"/>
              </a:ext>
            </a:extLst>
          </p:cNvPr>
          <p:cNvPicPr>
            <a:picLocks noChangeAspect="1"/>
          </p:cNvPicPr>
          <p:nvPr/>
        </p:nvPicPr>
        <p:blipFill>
          <a:blip r:embed="rId2"/>
          <a:stretch>
            <a:fillRect/>
          </a:stretch>
        </p:blipFill>
        <p:spPr>
          <a:xfrm>
            <a:off x="1449248" y="2603500"/>
            <a:ext cx="8052891" cy="3553321"/>
          </a:xfrm>
          <a:prstGeom prst="rect">
            <a:avLst/>
          </a:prstGeom>
        </p:spPr>
      </p:pic>
    </p:spTree>
    <p:extLst>
      <p:ext uri="{BB962C8B-B14F-4D97-AF65-F5344CB8AC3E}">
        <p14:creationId xmlns:p14="http://schemas.microsoft.com/office/powerpoint/2010/main" val="375347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BA42-9A77-DD0A-B8D8-86E07C8FFEBA}"/>
              </a:ext>
            </a:extLst>
          </p:cNvPr>
          <p:cNvSpPr>
            <a:spLocks noGrp="1"/>
          </p:cNvSpPr>
          <p:nvPr>
            <p:ph type="title"/>
          </p:nvPr>
        </p:nvSpPr>
        <p:spPr/>
        <p:txBody>
          <a:bodyPr/>
          <a:lstStyle/>
          <a:p>
            <a:r>
              <a:rPr lang="en-IN" dirty="0"/>
              <a:t>                   Soft reset</a:t>
            </a:r>
          </a:p>
        </p:txBody>
      </p:sp>
      <p:sp>
        <p:nvSpPr>
          <p:cNvPr id="3" name="Content Placeholder 2">
            <a:extLst>
              <a:ext uri="{FF2B5EF4-FFF2-40B4-BE49-F238E27FC236}">
                <a16:creationId xmlns:a16="http://schemas.microsoft.com/office/drawing/2014/main" id="{39EA2F2B-04A9-8085-20B1-B155ADD99872}"/>
              </a:ext>
            </a:extLst>
          </p:cNvPr>
          <p:cNvSpPr>
            <a:spLocks noGrp="1"/>
          </p:cNvSpPr>
          <p:nvPr>
            <p:ph idx="1"/>
          </p:nvPr>
        </p:nvSpPr>
        <p:spPr/>
        <p:txBody>
          <a:bodyPr/>
          <a:lstStyle/>
          <a:p>
            <a:r>
              <a:rPr lang="en-US" dirty="0"/>
              <a:t>A </a:t>
            </a:r>
            <a:r>
              <a:rPr lang="en-US" b="1" dirty="0"/>
              <a:t>soft reset</a:t>
            </a:r>
            <a:r>
              <a:rPr lang="en-US" dirty="0"/>
              <a:t> resets </a:t>
            </a:r>
            <a:r>
              <a:rPr lang="en-US" b="1" dirty="0"/>
              <a:t>only selected logic blocks</a:t>
            </a:r>
            <a:r>
              <a:rPr lang="en-US" dirty="0"/>
              <a:t> while the clock keeps running. It brings parts of the system back to a known state </a:t>
            </a:r>
            <a:r>
              <a:rPr lang="en-US" b="1" dirty="0"/>
              <a:t>without a full power-cycle</a:t>
            </a:r>
            <a:r>
              <a:rPr lang="en-US" dirty="0"/>
              <a:t>.</a:t>
            </a:r>
          </a:p>
          <a:p>
            <a:pPr marL="0" indent="0">
              <a:buNone/>
            </a:pPr>
            <a:r>
              <a:rPr lang="en-US" dirty="0"/>
              <a:t> ex:</a:t>
            </a:r>
            <a:r>
              <a:rPr lang="en-IN" dirty="0"/>
              <a:t>Restarting an app</a:t>
            </a:r>
            <a:endParaRPr lang="en-US" dirty="0"/>
          </a:p>
          <a:p>
            <a:pPr marL="0" indent="0">
              <a:buNone/>
            </a:pPr>
            <a:r>
              <a:rPr lang="en-US" b="1" dirty="0"/>
              <a:t>Why we use Soft Reset</a:t>
            </a:r>
          </a:p>
          <a:p>
            <a:r>
              <a:rPr lang="en-US" dirty="0"/>
              <a:t>To recover from </a:t>
            </a:r>
            <a:r>
              <a:rPr lang="en-US" b="1" dirty="0"/>
              <a:t>functional errors</a:t>
            </a:r>
            <a:r>
              <a:rPr lang="en-US" dirty="0"/>
              <a:t> without restarting the whole system</a:t>
            </a:r>
          </a:p>
          <a:p>
            <a:r>
              <a:rPr lang="en-US" dirty="0"/>
              <a:t>To reinitialize a </a:t>
            </a:r>
            <a:r>
              <a:rPr lang="en-US" b="1" dirty="0"/>
              <a:t>specific module or protocol</a:t>
            </a:r>
            <a:r>
              <a:rPr lang="en-US" dirty="0"/>
              <a:t> (FIFO, link layer, FSM)</a:t>
            </a:r>
          </a:p>
          <a:p>
            <a:r>
              <a:rPr lang="en-US" dirty="0"/>
              <a:t>To allow </a:t>
            </a:r>
            <a:r>
              <a:rPr lang="en-US" b="1" dirty="0"/>
              <a:t>faster recovery</a:t>
            </a:r>
            <a:r>
              <a:rPr lang="en-US" dirty="0"/>
              <a:t> and minimal service disruption</a:t>
            </a:r>
          </a:p>
          <a:p>
            <a:endParaRPr lang="en-IN" dirty="0"/>
          </a:p>
        </p:txBody>
      </p:sp>
    </p:spTree>
    <p:extLst>
      <p:ext uri="{BB962C8B-B14F-4D97-AF65-F5344CB8AC3E}">
        <p14:creationId xmlns:p14="http://schemas.microsoft.com/office/powerpoint/2010/main" val="3540786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85346-772B-484D-3AF4-8F920592D152}"/>
              </a:ext>
            </a:extLst>
          </p:cNvPr>
          <p:cNvSpPr>
            <a:spLocks noGrp="1"/>
          </p:cNvSpPr>
          <p:nvPr>
            <p:ph type="title"/>
          </p:nvPr>
        </p:nvSpPr>
        <p:spPr>
          <a:xfrm>
            <a:off x="1012714" y="668868"/>
            <a:ext cx="8761413" cy="706964"/>
          </a:xfrm>
        </p:spPr>
        <p:txBody>
          <a:bodyPr/>
          <a:lstStyle/>
          <a:p>
            <a:br>
              <a:rPr lang="en-IN" dirty="0"/>
            </a:br>
            <a:br>
              <a:rPr lang="en-IN" dirty="0"/>
            </a:br>
            <a:br>
              <a:rPr lang="en-IN" dirty="0"/>
            </a:br>
            <a:br>
              <a:rPr lang="en-IN" dirty="0"/>
            </a:br>
            <a:br>
              <a:rPr lang="en-IN" dirty="0"/>
            </a:br>
            <a:r>
              <a:rPr lang="en-IN" dirty="0"/>
              <a:t>                    Soft Reset</a:t>
            </a:r>
            <a:br>
              <a:rPr lang="en-IN" dirty="0"/>
            </a:br>
            <a:br>
              <a:rPr lang="en-IN" dirty="0"/>
            </a:br>
            <a:br>
              <a:rPr lang="en-IN" dirty="0"/>
            </a:br>
            <a:br>
              <a:rPr lang="en-IN" dirty="0"/>
            </a:br>
            <a:br>
              <a:rPr lang="en-IN" dirty="0"/>
            </a:br>
            <a:endParaRPr lang="en-IN" dirty="0"/>
          </a:p>
        </p:txBody>
      </p:sp>
      <p:pic>
        <p:nvPicPr>
          <p:cNvPr id="5" name="Content Placeholder 4">
            <a:extLst>
              <a:ext uri="{FF2B5EF4-FFF2-40B4-BE49-F238E27FC236}">
                <a16:creationId xmlns:a16="http://schemas.microsoft.com/office/drawing/2014/main" id="{B63F7B9C-513E-1BF0-71C8-088319045095}"/>
              </a:ext>
            </a:extLst>
          </p:cNvPr>
          <p:cNvPicPr>
            <a:picLocks noGrp="1" noChangeAspect="1"/>
          </p:cNvPicPr>
          <p:nvPr>
            <p:ph idx="1"/>
          </p:nvPr>
        </p:nvPicPr>
        <p:blipFill>
          <a:blip r:embed="rId2"/>
          <a:stretch>
            <a:fillRect/>
          </a:stretch>
        </p:blipFill>
        <p:spPr>
          <a:xfrm>
            <a:off x="1823123" y="2812093"/>
            <a:ext cx="4541914" cy="2872989"/>
          </a:xfrm>
          <a:prstGeom prst="rect">
            <a:avLst/>
          </a:prstGeom>
        </p:spPr>
      </p:pic>
    </p:spTree>
    <p:extLst>
      <p:ext uri="{BB962C8B-B14F-4D97-AF65-F5344CB8AC3E}">
        <p14:creationId xmlns:p14="http://schemas.microsoft.com/office/powerpoint/2010/main" val="4272044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8D8FB-2BF9-DAFF-43EC-E8C07B254805}"/>
              </a:ext>
            </a:extLst>
          </p:cNvPr>
          <p:cNvSpPr>
            <a:spLocks noGrp="1"/>
          </p:cNvSpPr>
          <p:nvPr>
            <p:ph type="title"/>
          </p:nvPr>
        </p:nvSpPr>
        <p:spPr/>
        <p:txBody>
          <a:bodyPr/>
          <a:lstStyle/>
          <a:p>
            <a:br>
              <a:rPr lang="en-IN" dirty="0"/>
            </a:br>
            <a:r>
              <a:rPr lang="en-IN" dirty="0"/>
              <a:t>      </a:t>
            </a:r>
            <a:r>
              <a:rPr lang="en-US" b="1" dirty="0"/>
              <a:t>Power-On Reset (POR)</a:t>
            </a:r>
            <a:br>
              <a:rPr lang="en-US" b="1" dirty="0"/>
            </a:br>
            <a:endParaRPr lang="en-IN" dirty="0"/>
          </a:p>
        </p:txBody>
      </p:sp>
      <p:sp>
        <p:nvSpPr>
          <p:cNvPr id="3" name="Content Placeholder 2">
            <a:extLst>
              <a:ext uri="{FF2B5EF4-FFF2-40B4-BE49-F238E27FC236}">
                <a16:creationId xmlns:a16="http://schemas.microsoft.com/office/drawing/2014/main" id="{E72EFC37-BD2A-C44A-C1A0-FF3666382180}"/>
              </a:ext>
            </a:extLst>
          </p:cNvPr>
          <p:cNvSpPr>
            <a:spLocks noGrp="1"/>
          </p:cNvSpPr>
          <p:nvPr>
            <p:ph idx="1"/>
          </p:nvPr>
        </p:nvSpPr>
        <p:spPr/>
        <p:txBody>
          <a:bodyPr/>
          <a:lstStyle/>
          <a:p>
            <a:r>
              <a:rPr lang="en-US" b="1" dirty="0"/>
              <a:t> What:</a:t>
            </a:r>
            <a:r>
              <a:rPr lang="en-US" dirty="0"/>
              <a:t> Reset automatically asserted when power is first applied.</a:t>
            </a:r>
            <a:br>
              <a:rPr lang="en-US" dirty="0"/>
            </a:br>
            <a:r>
              <a:rPr lang="en-US" dirty="0"/>
              <a:t> </a:t>
            </a:r>
            <a:r>
              <a:rPr lang="en-US" b="1" dirty="0"/>
              <a:t>Why:</a:t>
            </a:r>
            <a:r>
              <a:rPr lang="en-US" dirty="0"/>
              <a:t> Ensures the entire chip starts from a </a:t>
            </a:r>
            <a:r>
              <a:rPr lang="en-US" b="1" dirty="0"/>
              <a:t>known, clean state</a:t>
            </a:r>
            <a:r>
              <a:rPr lang="en-US" dirty="0"/>
              <a:t>.</a:t>
            </a:r>
            <a:br>
              <a:rPr lang="en-US" dirty="0"/>
            </a:br>
            <a:r>
              <a:rPr lang="en-US" dirty="0"/>
              <a:t>    </a:t>
            </a:r>
            <a:r>
              <a:rPr lang="en-US" b="1" dirty="0"/>
              <a:t>Example:</a:t>
            </a:r>
            <a:r>
              <a:rPr lang="en-US" dirty="0"/>
              <a:t> On power-up, all registers = 0, clocks and PLLs initialize.</a:t>
            </a:r>
          </a:p>
          <a:p>
            <a:pPr marL="0" indent="0">
              <a:buNone/>
            </a:pPr>
            <a:r>
              <a:rPr lang="en-US" dirty="0" err="1"/>
              <a:t>always_ff</a:t>
            </a:r>
            <a:r>
              <a:rPr lang="en-US" dirty="0"/>
              <a:t> @(posedge </a:t>
            </a:r>
            <a:r>
              <a:rPr lang="en-US" dirty="0" err="1"/>
              <a:t>clk</a:t>
            </a:r>
            <a:r>
              <a:rPr lang="en-US" dirty="0"/>
              <a:t> or </a:t>
            </a:r>
            <a:r>
              <a:rPr lang="en-US" dirty="0" err="1"/>
              <a:t>negedge</a:t>
            </a:r>
            <a:r>
              <a:rPr lang="en-US" dirty="0"/>
              <a:t> </a:t>
            </a:r>
            <a:r>
              <a:rPr lang="en-US" dirty="0" err="1"/>
              <a:t>por_n</a:t>
            </a:r>
            <a:r>
              <a:rPr lang="en-US" dirty="0"/>
              <a:t>) begin</a:t>
            </a:r>
          </a:p>
          <a:p>
            <a:pPr marL="0" indent="0">
              <a:buNone/>
            </a:pPr>
            <a:r>
              <a:rPr lang="en-US" dirty="0"/>
              <a:t>  if (!</a:t>
            </a:r>
            <a:r>
              <a:rPr lang="en-US" dirty="0" err="1"/>
              <a:t>por_n</a:t>
            </a:r>
            <a:r>
              <a:rPr lang="en-US" dirty="0"/>
              <a:t>)</a:t>
            </a:r>
          </a:p>
          <a:p>
            <a:pPr marL="0" indent="0">
              <a:buNone/>
            </a:pPr>
            <a:r>
              <a:rPr lang="en-US" dirty="0"/>
              <a:t>    state &lt;= IDLE;   // power-up default</a:t>
            </a:r>
          </a:p>
          <a:p>
            <a:pPr marL="0" indent="0">
              <a:buNone/>
            </a:pPr>
            <a:r>
              <a:rPr lang="en-US" dirty="0"/>
              <a:t>end</a:t>
            </a:r>
            <a:endParaRPr lang="en-IN" dirty="0"/>
          </a:p>
        </p:txBody>
      </p:sp>
    </p:spTree>
    <p:extLst>
      <p:ext uri="{BB962C8B-B14F-4D97-AF65-F5344CB8AC3E}">
        <p14:creationId xmlns:p14="http://schemas.microsoft.com/office/powerpoint/2010/main" val="2043500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4E8F9-4C1F-CAB3-F284-F8ED298076CC}"/>
              </a:ext>
            </a:extLst>
          </p:cNvPr>
          <p:cNvSpPr>
            <a:spLocks noGrp="1"/>
          </p:cNvSpPr>
          <p:nvPr>
            <p:ph type="title"/>
          </p:nvPr>
        </p:nvSpPr>
        <p:spPr/>
        <p:txBody>
          <a:bodyPr/>
          <a:lstStyle/>
          <a:p>
            <a:r>
              <a:rPr lang="en-IN" dirty="0"/>
              <a:t>          </a:t>
            </a:r>
            <a:r>
              <a:rPr lang="en-US" b="1" dirty="0"/>
              <a:t>Watchdog Reset</a:t>
            </a:r>
            <a:br>
              <a:rPr lang="en-US" b="1" dirty="0"/>
            </a:br>
            <a:endParaRPr lang="en-IN" dirty="0"/>
          </a:p>
        </p:txBody>
      </p:sp>
      <p:sp>
        <p:nvSpPr>
          <p:cNvPr id="3" name="Content Placeholder 2">
            <a:extLst>
              <a:ext uri="{FF2B5EF4-FFF2-40B4-BE49-F238E27FC236}">
                <a16:creationId xmlns:a16="http://schemas.microsoft.com/office/drawing/2014/main" id="{62F1A9BB-23B6-D8EC-197F-A1A26CFDC94E}"/>
              </a:ext>
            </a:extLst>
          </p:cNvPr>
          <p:cNvSpPr>
            <a:spLocks noGrp="1"/>
          </p:cNvSpPr>
          <p:nvPr>
            <p:ph idx="1"/>
          </p:nvPr>
        </p:nvSpPr>
        <p:spPr/>
        <p:txBody>
          <a:bodyPr/>
          <a:lstStyle/>
          <a:p>
            <a:pPr marL="0" indent="0">
              <a:buNone/>
            </a:pPr>
            <a:endParaRPr lang="en-US" b="1" dirty="0"/>
          </a:p>
          <a:p>
            <a:r>
              <a:rPr lang="en-US" b="1" dirty="0"/>
              <a:t>What:</a:t>
            </a:r>
            <a:r>
              <a:rPr lang="en-US" dirty="0"/>
              <a:t> Reset triggered when software fails to respond within a timeout.</a:t>
            </a:r>
          </a:p>
          <a:p>
            <a:r>
              <a:rPr lang="en-US" dirty="0"/>
              <a:t>Many SoCs incorporate a watchdog timer, which is a hardware timer that monitors the system’s operation. If the timer expires due to a software or hardware failure, it triggers a watchdog reset, resetting the system to its initial state</a:t>
            </a:r>
            <a:br>
              <a:rPr lang="en-US" dirty="0"/>
            </a:br>
            <a:r>
              <a:rPr lang="en-US" b="1" dirty="0"/>
              <a:t>Why:</a:t>
            </a:r>
            <a:r>
              <a:rPr lang="en-US" dirty="0"/>
              <a:t> Recovers system from </a:t>
            </a:r>
            <a:r>
              <a:rPr lang="en-US" b="1" dirty="0"/>
              <a:t>hangs, deadlocks, infinite loops</a:t>
            </a:r>
            <a:r>
              <a:rPr lang="en-US" dirty="0"/>
              <a:t>.</a:t>
            </a:r>
            <a:br>
              <a:rPr lang="en-US" dirty="0"/>
            </a:br>
            <a:r>
              <a:rPr lang="en-US" b="1" dirty="0"/>
              <a:t>Example:</a:t>
            </a:r>
            <a:r>
              <a:rPr lang="en-US" dirty="0"/>
              <a:t> CPU crashes → watchdog times out → full system reset.</a:t>
            </a:r>
          </a:p>
          <a:p>
            <a:r>
              <a:rPr lang="en-US" dirty="0"/>
              <a:t>if (</a:t>
            </a:r>
            <a:r>
              <a:rPr lang="en-US" dirty="0" err="1"/>
              <a:t>wdog_timeout</a:t>
            </a:r>
            <a:r>
              <a:rPr lang="en-US" dirty="0"/>
              <a:t>)</a:t>
            </a:r>
          </a:p>
          <a:p>
            <a:pPr marL="0" indent="0">
              <a:buNone/>
            </a:pPr>
            <a:r>
              <a:rPr lang="en-US" dirty="0"/>
              <a:t>         </a:t>
            </a:r>
            <a:r>
              <a:rPr lang="en-US" dirty="0" err="1"/>
              <a:t>sys_reset</a:t>
            </a:r>
            <a:r>
              <a:rPr lang="en-US" dirty="0"/>
              <a:t> &lt;= 1'b1;</a:t>
            </a:r>
          </a:p>
          <a:p>
            <a:endParaRPr lang="en-IN" dirty="0"/>
          </a:p>
        </p:txBody>
      </p:sp>
    </p:spTree>
    <p:extLst>
      <p:ext uri="{BB962C8B-B14F-4D97-AF65-F5344CB8AC3E}">
        <p14:creationId xmlns:p14="http://schemas.microsoft.com/office/powerpoint/2010/main" val="619247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32B49-0924-27CF-1FD6-3204B34CAA6F}"/>
              </a:ext>
            </a:extLst>
          </p:cNvPr>
          <p:cNvSpPr>
            <a:spLocks noGrp="1"/>
          </p:cNvSpPr>
          <p:nvPr>
            <p:ph type="title"/>
          </p:nvPr>
        </p:nvSpPr>
        <p:spPr/>
        <p:txBody>
          <a:bodyPr/>
          <a:lstStyle/>
          <a:p>
            <a:br>
              <a:rPr lang="en-IN" dirty="0"/>
            </a:br>
            <a:r>
              <a:rPr lang="en-US" b="1" dirty="0"/>
              <a:t>              Peripheral Reset</a:t>
            </a:r>
            <a:br>
              <a:rPr lang="en-IN" dirty="0"/>
            </a:br>
            <a:br>
              <a:rPr lang="en-IN" dirty="0"/>
            </a:br>
            <a:endParaRPr lang="en-IN" dirty="0"/>
          </a:p>
        </p:txBody>
      </p:sp>
      <p:sp>
        <p:nvSpPr>
          <p:cNvPr id="3" name="Content Placeholder 2">
            <a:extLst>
              <a:ext uri="{FF2B5EF4-FFF2-40B4-BE49-F238E27FC236}">
                <a16:creationId xmlns:a16="http://schemas.microsoft.com/office/drawing/2014/main" id="{274C248A-273A-088F-E177-475279B6AADD}"/>
              </a:ext>
            </a:extLst>
          </p:cNvPr>
          <p:cNvSpPr>
            <a:spLocks noGrp="1"/>
          </p:cNvSpPr>
          <p:nvPr>
            <p:ph idx="1"/>
          </p:nvPr>
        </p:nvSpPr>
        <p:spPr/>
        <p:txBody>
          <a:bodyPr>
            <a:normAutofit/>
          </a:bodyPr>
          <a:lstStyle/>
          <a:p>
            <a:pPr marL="0" indent="0">
              <a:buNone/>
            </a:pPr>
            <a:r>
              <a:rPr lang="en-US" b="1" dirty="0"/>
              <a:t>               Peripheral Reset</a:t>
            </a:r>
          </a:p>
          <a:p>
            <a:r>
              <a:rPr lang="en-US" dirty="0"/>
              <a:t> </a:t>
            </a:r>
            <a:r>
              <a:rPr lang="en-US" sz="2000" dirty="0"/>
              <a:t>Reset applied only to selected hardware blocks.</a:t>
            </a:r>
          </a:p>
          <a:p>
            <a:r>
              <a:rPr lang="en-US" sz="2000" dirty="0"/>
              <a:t>Some SoCs provide individual reset signals for different peripheral components or subsystems. These resets allow specific peripherals to be reset independently without affecting the entire </a:t>
            </a:r>
            <a:r>
              <a:rPr lang="en-US" sz="2000" dirty="0" err="1"/>
              <a:t>SoC.</a:t>
            </a:r>
            <a:endParaRPr lang="en-US" sz="2000" dirty="0"/>
          </a:p>
          <a:p>
            <a:pPr marL="0" indent="0">
              <a:buNone/>
            </a:pPr>
            <a:br>
              <a:rPr lang="en-US" sz="2000" dirty="0"/>
            </a:br>
            <a:r>
              <a:rPr lang="en-US" sz="2000" b="1" dirty="0"/>
              <a:t>Why</a:t>
            </a:r>
            <a:r>
              <a:rPr lang="en-US" sz="2000" dirty="0"/>
              <a:t>: Reinitialize faulty modules without rebooting the whole system.</a:t>
            </a:r>
            <a:br>
              <a:rPr lang="en-US" sz="2000" dirty="0"/>
            </a:br>
            <a:r>
              <a:rPr lang="en-US" sz="2000" b="1" dirty="0"/>
              <a:t>Example:</a:t>
            </a:r>
            <a:r>
              <a:rPr lang="en-US" sz="2000" dirty="0"/>
              <a:t> Reset UART, SPI, DMA while CPU keeps running.</a:t>
            </a:r>
          </a:p>
          <a:p>
            <a:pPr marL="0" indent="0">
              <a:buNone/>
            </a:pPr>
            <a:endParaRPr lang="en-IN" sz="2000" dirty="0"/>
          </a:p>
          <a:p>
            <a:endParaRPr lang="en-IN" dirty="0"/>
          </a:p>
        </p:txBody>
      </p:sp>
    </p:spTree>
    <p:extLst>
      <p:ext uri="{BB962C8B-B14F-4D97-AF65-F5344CB8AC3E}">
        <p14:creationId xmlns:p14="http://schemas.microsoft.com/office/powerpoint/2010/main" val="2451847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42D1B-4814-C26B-14D6-66DFA68AEA58}"/>
              </a:ext>
            </a:extLst>
          </p:cNvPr>
          <p:cNvSpPr>
            <a:spLocks noGrp="1"/>
          </p:cNvSpPr>
          <p:nvPr>
            <p:ph type="title"/>
          </p:nvPr>
        </p:nvSpPr>
        <p:spPr/>
        <p:txBody>
          <a:bodyPr/>
          <a:lstStyle/>
          <a:p>
            <a:r>
              <a:rPr lang="en-IN" dirty="0"/>
              <a:t>              Core Rest</a:t>
            </a:r>
          </a:p>
        </p:txBody>
      </p:sp>
      <p:sp>
        <p:nvSpPr>
          <p:cNvPr id="3" name="Content Placeholder 2">
            <a:extLst>
              <a:ext uri="{FF2B5EF4-FFF2-40B4-BE49-F238E27FC236}">
                <a16:creationId xmlns:a16="http://schemas.microsoft.com/office/drawing/2014/main" id="{49A3DBED-F564-4B03-1ADA-A20B996DBD98}"/>
              </a:ext>
            </a:extLst>
          </p:cNvPr>
          <p:cNvSpPr>
            <a:spLocks noGrp="1"/>
          </p:cNvSpPr>
          <p:nvPr>
            <p:ph idx="1"/>
          </p:nvPr>
        </p:nvSpPr>
        <p:spPr/>
        <p:txBody>
          <a:bodyPr/>
          <a:lstStyle/>
          <a:p>
            <a:pPr marL="0" indent="0">
              <a:buNone/>
            </a:pPr>
            <a:r>
              <a:rPr lang="en-IN" b="1" dirty="0"/>
              <a:t>             Core Reset</a:t>
            </a:r>
          </a:p>
          <a:p>
            <a:r>
              <a:rPr lang="en-IN" sz="2000" dirty="0"/>
              <a:t> Resets CPU core (pipeline, registers, FSMs).</a:t>
            </a:r>
            <a:br>
              <a:rPr lang="en-IN" sz="2000" dirty="0"/>
            </a:br>
            <a:r>
              <a:rPr lang="en-IN" sz="2000" dirty="0"/>
              <a:t>Why: Restart software execution cleanly.</a:t>
            </a:r>
            <a:br>
              <a:rPr lang="en-IN" sz="2000" dirty="0"/>
            </a:br>
            <a:r>
              <a:rPr lang="en-IN" sz="2000" dirty="0"/>
              <a:t>Example: CPU jumps back to reset vector, peripherals stay active.</a:t>
            </a:r>
          </a:p>
          <a:p>
            <a:r>
              <a:rPr lang="en-IN" sz="2000" dirty="0"/>
              <a:t>if (</a:t>
            </a:r>
            <a:r>
              <a:rPr lang="en-IN" sz="2000" dirty="0" err="1"/>
              <a:t>core_rst</a:t>
            </a:r>
            <a:r>
              <a:rPr lang="en-IN" sz="2000" dirty="0"/>
              <a:t>)</a:t>
            </a:r>
            <a:br>
              <a:rPr lang="en-IN" sz="2000" dirty="0"/>
            </a:br>
            <a:r>
              <a:rPr lang="en-IN" sz="2000" dirty="0"/>
              <a:t>  pc &lt;= RESET_VECTOR</a:t>
            </a:r>
          </a:p>
        </p:txBody>
      </p:sp>
    </p:spTree>
    <p:extLst>
      <p:ext uri="{BB962C8B-B14F-4D97-AF65-F5344CB8AC3E}">
        <p14:creationId xmlns:p14="http://schemas.microsoft.com/office/powerpoint/2010/main" val="834388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6AAE6-3525-98CA-F796-6D9652D9514F}"/>
              </a:ext>
            </a:extLst>
          </p:cNvPr>
          <p:cNvSpPr>
            <a:spLocks noGrp="1"/>
          </p:cNvSpPr>
          <p:nvPr>
            <p:ph type="title"/>
          </p:nvPr>
        </p:nvSpPr>
        <p:spPr/>
        <p:txBody>
          <a:bodyPr/>
          <a:lstStyle/>
          <a:p>
            <a:r>
              <a:rPr lang="en-IN" b="1" dirty="0"/>
              <a:t>          DMA Reset</a:t>
            </a:r>
            <a:endParaRPr lang="en-IN" dirty="0"/>
          </a:p>
        </p:txBody>
      </p:sp>
      <p:sp>
        <p:nvSpPr>
          <p:cNvPr id="3" name="Content Placeholder 2">
            <a:extLst>
              <a:ext uri="{FF2B5EF4-FFF2-40B4-BE49-F238E27FC236}">
                <a16:creationId xmlns:a16="http://schemas.microsoft.com/office/drawing/2014/main" id="{87507AA5-46F1-A11E-CB5D-9EF61DE88B22}"/>
              </a:ext>
            </a:extLst>
          </p:cNvPr>
          <p:cNvSpPr>
            <a:spLocks noGrp="1"/>
          </p:cNvSpPr>
          <p:nvPr>
            <p:ph idx="1"/>
          </p:nvPr>
        </p:nvSpPr>
        <p:spPr/>
        <p:txBody>
          <a:bodyPr/>
          <a:lstStyle/>
          <a:p>
            <a:pPr marL="0" indent="0">
              <a:buNone/>
            </a:pPr>
            <a:r>
              <a:rPr lang="en-IN" b="1" dirty="0"/>
              <a:t>            </a:t>
            </a:r>
          </a:p>
          <a:p>
            <a:r>
              <a:rPr lang="en-IN" b="1" dirty="0"/>
              <a:t>What:</a:t>
            </a:r>
            <a:r>
              <a:rPr lang="en-IN" dirty="0"/>
              <a:t> Resets only the DMA controller.</a:t>
            </a:r>
            <a:br>
              <a:rPr lang="en-IN" dirty="0"/>
            </a:br>
            <a:r>
              <a:rPr lang="en-IN" b="1" dirty="0"/>
              <a:t>Why:</a:t>
            </a:r>
            <a:r>
              <a:rPr lang="en-IN" dirty="0"/>
              <a:t> Clear stuck transfers or invalid descriptors.</a:t>
            </a:r>
            <a:br>
              <a:rPr lang="en-IN" dirty="0"/>
            </a:br>
            <a:r>
              <a:rPr lang="en-IN" b="1" dirty="0"/>
              <a:t>Example:</a:t>
            </a:r>
            <a:r>
              <a:rPr lang="en-IN" dirty="0"/>
              <a:t> DMA error → reset DMA → restart transfer.</a:t>
            </a:r>
          </a:p>
          <a:p>
            <a:r>
              <a:rPr lang="en-IN" dirty="0"/>
              <a:t>if (</a:t>
            </a:r>
            <a:r>
              <a:rPr lang="en-IN" dirty="0" err="1"/>
              <a:t>dma_rst</a:t>
            </a:r>
            <a:r>
              <a:rPr lang="en-IN" dirty="0"/>
              <a:t>)</a:t>
            </a:r>
            <a:br>
              <a:rPr lang="en-IN" dirty="0"/>
            </a:br>
            <a:r>
              <a:rPr lang="en-IN" dirty="0"/>
              <a:t>  </a:t>
            </a:r>
            <a:r>
              <a:rPr lang="en-IN" dirty="0" err="1"/>
              <a:t>dma_state</a:t>
            </a:r>
            <a:r>
              <a:rPr lang="en-IN" dirty="0"/>
              <a:t> &lt;= DMA_IDLE;</a:t>
            </a:r>
          </a:p>
          <a:p>
            <a:endParaRPr lang="en-IN" dirty="0"/>
          </a:p>
        </p:txBody>
      </p:sp>
    </p:spTree>
    <p:extLst>
      <p:ext uri="{BB962C8B-B14F-4D97-AF65-F5344CB8AC3E}">
        <p14:creationId xmlns:p14="http://schemas.microsoft.com/office/powerpoint/2010/main" val="4264927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03A41-95CA-130C-FE01-B7C8554F1E8E}"/>
              </a:ext>
            </a:extLst>
          </p:cNvPr>
          <p:cNvSpPr>
            <a:spLocks noGrp="1"/>
          </p:cNvSpPr>
          <p:nvPr>
            <p:ph type="title"/>
          </p:nvPr>
        </p:nvSpPr>
        <p:spPr/>
        <p:txBody>
          <a:bodyPr/>
          <a:lstStyle/>
          <a:p>
            <a:r>
              <a:rPr lang="en-IN" dirty="0"/>
              <a:t>   Functional reset</a:t>
            </a:r>
          </a:p>
        </p:txBody>
      </p:sp>
      <p:sp>
        <p:nvSpPr>
          <p:cNvPr id="3" name="Content Placeholder 2">
            <a:extLst>
              <a:ext uri="{FF2B5EF4-FFF2-40B4-BE49-F238E27FC236}">
                <a16:creationId xmlns:a16="http://schemas.microsoft.com/office/drawing/2014/main" id="{2A37CE6A-CAE9-6AE7-2FD8-F01AC553ECCD}"/>
              </a:ext>
            </a:extLst>
          </p:cNvPr>
          <p:cNvSpPr>
            <a:spLocks noGrp="1"/>
          </p:cNvSpPr>
          <p:nvPr>
            <p:ph idx="1"/>
          </p:nvPr>
        </p:nvSpPr>
        <p:spPr>
          <a:xfrm>
            <a:off x="851337" y="2396358"/>
            <a:ext cx="10423635" cy="4319751"/>
          </a:xfrm>
        </p:spPr>
        <p:txBody>
          <a:bodyPr>
            <a:normAutofit fontScale="85000" lnSpcReduction="20000"/>
          </a:bodyPr>
          <a:lstStyle/>
          <a:p>
            <a:r>
              <a:rPr lang="en-US" dirty="0"/>
              <a:t>A </a:t>
            </a:r>
            <a:r>
              <a:rPr lang="en-US" b="1" dirty="0"/>
              <a:t>functional reset</a:t>
            </a:r>
            <a:r>
              <a:rPr lang="en-US" dirty="0"/>
              <a:t> resets </a:t>
            </a:r>
            <a:r>
              <a:rPr lang="en-US" b="1" dirty="0"/>
              <a:t>only the logic needed to restart operation</a:t>
            </a:r>
            <a:r>
              <a:rPr lang="en-US" dirty="0"/>
              <a:t>, </a:t>
            </a:r>
            <a:r>
              <a:rPr lang="en-US" b="1" dirty="0"/>
              <a:t>without rebooting the whole chip/system</a:t>
            </a:r>
            <a:r>
              <a:rPr lang="en-US" dirty="0"/>
              <a:t>.</a:t>
            </a:r>
          </a:p>
          <a:p>
            <a:r>
              <a:rPr lang="en-US" b="1" dirty="0"/>
              <a:t>What it typically resets</a:t>
            </a:r>
          </a:p>
          <a:p>
            <a:pPr marL="0" indent="0">
              <a:buNone/>
            </a:pPr>
            <a:r>
              <a:rPr lang="en-US" dirty="0"/>
              <a:t>State machines, Counters, </a:t>
            </a:r>
            <a:r>
              <a:rPr lang="en-US" dirty="0" err="1"/>
              <a:t>Pointers,FIFOs</a:t>
            </a:r>
            <a:r>
              <a:rPr lang="en-US" dirty="0"/>
              <a:t> (</a:t>
            </a:r>
            <a:r>
              <a:rPr lang="en-US" dirty="0" err="1"/>
              <a:t>rd</a:t>
            </a:r>
            <a:r>
              <a:rPr lang="en-US" dirty="0"/>
              <a:t>/</a:t>
            </a:r>
            <a:r>
              <a:rPr lang="en-US" dirty="0" err="1"/>
              <a:t>wr</a:t>
            </a:r>
            <a:r>
              <a:rPr lang="en-US" dirty="0"/>
              <a:t> pointers) and Credits / timers</a:t>
            </a:r>
          </a:p>
          <a:p>
            <a:r>
              <a:rPr lang="en-US" b="1" dirty="0"/>
              <a:t>When it is used</a:t>
            </a:r>
          </a:p>
          <a:p>
            <a:pPr>
              <a:buFont typeface="Arial" panose="020B0604020202020204" pitchFamily="34" charset="0"/>
              <a:buChar char="•"/>
            </a:pPr>
            <a:r>
              <a:rPr lang="en-US" dirty="0"/>
              <a:t>Protocol error recovery</a:t>
            </a:r>
          </a:p>
          <a:p>
            <a:pPr>
              <a:buFont typeface="Arial" panose="020B0604020202020204" pitchFamily="34" charset="0"/>
              <a:buChar char="•"/>
            </a:pPr>
            <a:r>
              <a:rPr lang="en-US" dirty="0"/>
              <a:t>Link retraining</a:t>
            </a:r>
          </a:p>
          <a:p>
            <a:pPr>
              <a:buFont typeface="Arial" panose="020B0604020202020204" pitchFamily="34" charset="0"/>
              <a:buChar char="•"/>
            </a:pPr>
            <a:r>
              <a:rPr lang="en-US" dirty="0"/>
              <a:t>FIFO overflow recovery</a:t>
            </a:r>
          </a:p>
          <a:p>
            <a:pPr>
              <a:buFont typeface="Arial" panose="020B0604020202020204" pitchFamily="34" charset="0"/>
              <a:buChar char="•"/>
            </a:pPr>
            <a:r>
              <a:rPr lang="en-US" dirty="0"/>
              <a:t>Software-triggered reset of a block</a:t>
            </a:r>
          </a:p>
          <a:p>
            <a:pPr>
              <a:buFont typeface="Arial" panose="020B0604020202020204" pitchFamily="34" charset="0"/>
              <a:buChar char="•"/>
            </a:pPr>
            <a:r>
              <a:rPr lang="en-US" dirty="0"/>
              <a:t>“Restart this module” command</a:t>
            </a:r>
          </a:p>
          <a:p>
            <a:r>
              <a:rPr lang="en-US" b="1" dirty="0"/>
              <a:t>Real-world example</a:t>
            </a:r>
          </a:p>
          <a:p>
            <a:pPr>
              <a:buFont typeface="Arial" panose="020B0604020202020204" pitchFamily="34" charset="0"/>
              <a:buChar char="•"/>
            </a:pPr>
            <a:r>
              <a:rPr lang="en-US" dirty="0"/>
              <a:t>PCIe </a:t>
            </a:r>
            <a:r>
              <a:rPr lang="en-US" b="1" dirty="0"/>
              <a:t>link retrain</a:t>
            </a:r>
            <a:endParaRPr lang="en-US" dirty="0"/>
          </a:p>
          <a:p>
            <a:pPr>
              <a:buFont typeface="Arial" panose="020B0604020202020204" pitchFamily="34" charset="0"/>
              <a:buChar char="•"/>
            </a:pPr>
            <a:r>
              <a:rPr lang="en-US" dirty="0"/>
              <a:t>SerDes block restart</a:t>
            </a:r>
          </a:p>
          <a:p>
            <a:pPr>
              <a:buFont typeface="Arial" panose="020B0604020202020204" pitchFamily="34" charset="0"/>
              <a:buChar char="•"/>
            </a:pPr>
            <a:r>
              <a:rPr lang="en-US" dirty="0"/>
              <a:t>Network packet engine reset</a:t>
            </a:r>
          </a:p>
          <a:p>
            <a:pPr marL="0" indent="0">
              <a:buNone/>
            </a:pPr>
            <a:endParaRPr lang="en-IN" dirty="0"/>
          </a:p>
        </p:txBody>
      </p:sp>
      <p:pic>
        <p:nvPicPr>
          <p:cNvPr id="5" name="Picture 4">
            <a:extLst>
              <a:ext uri="{FF2B5EF4-FFF2-40B4-BE49-F238E27FC236}">
                <a16:creationId xmlns:a16="http://schemas.microsoft.com/office/drawing/2014/main" id="{A768971C-8203-5DCA-F043-1D188D5C44E1}"/>
              </a:ext>
            </a:extLst>
          </p:cNvPr>
          <p:cNvPicPr>
            <a:picLocks noChangeAspect="1"/>
          </p:cNvPicPr>
          <p:nvPr/>
        </p:nvPicPr>
        <p:blipFill>
          <a:blip r:embed="rId2"/>
          <a:stretch>
            <a:fillRect/>
          </a:stretch>
        </p:blipFill>
        <p:spPr>
          <a:xfrm>
            <a:off x="6063154" y="3900536"/>
            <a:ext cx="2911092" cy="2667231"/>
          </a:xfrm>
          <a:prstGeom prst="rect">
            <a:avLst/>
          </a:prstGeom>
        </p:spPr>
      </p:pic>
    </p:spTree>
    <p:extLst>
      <p:ext uri="{BB962C8B-B14F-4D97-AF65-F5344CB8AC3E}">
        <p14:creationId xmlns:p14="http://schemas.microsoft.com/office/powerpoint/2010/main" val="3339839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EEE5-1435-7762-43DF-A7F7068613A7}"/>
              </a:ext>
            </a:extLst>
          </p:cNvPr>
          <p:cNvSpPr>
            <a:spLocks noGrp="1"/>
          </p:cNvSpPr>
          <p:nvPr>
            <p:ph type="title"/>
          </p:nvPr>
        </p:nvSpPr>
        <p:spPr/>
        <p:txBody>
          <a:bodyPr/>
          <a:lstStyle/>
          <a:p>
            <a:r>
              <a:rPr lang="en-IN" dirty="0"/>
              <a:t>              Warm Reset</a:t>
            </a:r>
          </a:p>
        </p:txBody>
      </p:sp>
      <p:sp>
        <p:nvSpPr>
          <p:cNvPr id="3" name="Content Placeholder 2">
            <a:extLst>
              <a:ext uri="{FF2B5EF4-FFF2-40B4-BE49-F238E27FC236}">
                <a16:creationId xmlns:a16="http://schemas.microsoft.com/office/drawing/2014/main" id="{4FF7A762-275F-4A55-AA4B-C9F2AF4EB14F}"/>
              </a:ext>
            </a:extLst>
          </p:cNvPr>
          <p:cNvSpPr>
            <a:spLocks noGrp="1"/>
          </p:cNvSpPr>
          <p:nvPr>
            <p:ph idx="1"/>
          </p:nvPr>
        </p:nvSpPr>
        <p:spPr/>
        <p:txBody>
          <a:bodyPr/>
          <a:lstStyle/>
          <a:p>
            <a:r>
              <a:rPr lang="en-US" dirty="0"/>
              <a:t>A </a:t>
            </a:r>
            <a:r>
              <a:rPr lang="en-US" b="1" dirty="0"/>
              <a:t>warm reset</a:t>
            </a:r>
            <a:r>
              <a:rPr lang="en-US" dirty="0"/>
              <a:t> resets </a:t>
            </a:r>
            <a:r>
              <a:rPr lang="en-US" b="1" dirty="0"/>
              <a:t>almost the entire system</a:t>
            </a:r>
            <a:r>
              <a:rPr lang="en-US" dirty="0"/>
              <a:t>, but </a:t>
            </a:r>
            <a:r>
              <a:rPr lang="en-US" b="1" dirty="0"/>
              <a:t>keeps power ON</a:t>
            </a:r>
            <a:r>
              <a:rPr lang="en-US" dirty="0"/>
              <a:t>.</a:t>
            </a:r>
          </a:p>
          <a:p>
            <a:r>
              <a:rPr lang="en-IN" b="1" dirty="0"/>
              <a:t>What it typically resets</a:t>
            </a:r>
          </a:p>
          <a:p>
            <a:pPr marL="0" indent="0">
              <a:buNone/>
            </a:pPr>
            <a:r>
              <a:rPr lang="en-IN" dirty="0"/>
              <a:t> CPU </a:t>
            </a:r>
            <a:r>
              <a:rPr lang="en-IN" dirty="0" err="1"/>
              <a:t>core,Interconnect</a:t>
            </a:r>
            <a:r>
              <a:rPr lang="en-IN" dirty="0"/>
              <a:t>, Most </a:t>
            </a:r>
            <a:r>
              <a:rPr lang="en-IN" dirty="0" err="1"/>
              <a:t>peripherals,State</a:t>
            </a:r>
            <a:r>
              <a:rPr lang="en-IN" dirty="0"/>
              <a:t> machines, Interrupt controllers</a:t>
            </a:r>
          </a:p>
          <a:p>
            <a:r>
              <a:rPr lang="en-US" b="1" dirty="0"/>
              <a:t>When it is used</a:t>
            </a:r>
          </a:p>
          <a:p>
            <a:pPr>
              <a:buFont typeface="Arial" panose="020B0604020202020204" pitchFamily="34" charset="0"/>
              <a:buChar char="•"/>
            </a:pPr>
            <a:r>
              <a:rPr lang="en-US" dirty="0"/>
              <a:t>Software reboot</a:t>
            </a:r>
          </a:p>
          <a:p>
            <a:pPr>
              <a:buFont typeface="Arial" panose="020B0604020202020204" pitchFamily="34" charset="0"/>
              <a:buChar char="•"/>
            </a:pPr>
            <a:r>
              <a:rPr lang="en-US" dirty="0"/>
              <a:t>System hang recovery</a:t>
            </a:r>
          </a:p>
          <a:p>
            <a:pPr>
              <a:buFont typeface="Arial" panose="020B0604020202020204" pitchFamily="34" charset="0"/>
              <a:buChar char="•"/>
            </a:pPr>
            <a:r>
              <a:rPr lang="en-US" dirty="0"/>
              <a:t>Firmware update</a:t>
            </a:r>
          </a:p>
          <a:p>
            <a:pPr>
              <a:buFont typeface="Arial" panose="020B0604020202020204" pitchFamily="34" charset="0"/>
              <a:buChar char="•"/>
            </a:pPr>
            <a:r>
              <a:rPr lang="en-US" dirty="0"/>
              <a:t>Watchdog reset</a:t>
            </a:r>
          </a:p>
          <a:p>
            <a:pPr marL="0" indent="0">
              <a:buNone/>
            </a:pPr>
            <a:endParaRPr lang="en-US" dirty="0"/>
          </a:p>
          <a:p>
            <a:endParaRPr lang="en-IN" dirty="0"/>
          </a:p>
        </p:txBody>
      </p:sp>
    </p:spTree>
    <p:extLst>
      <p:ext uri="{BB962C8B-B14F-4D97-AF65-F5344CB8AC3E}">
        <p14:creationId xmlns:p14="http://schemas.microsoft.com/office/powerpoint/2010/main" val="2730821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59C45-C61D-CA7A-6843-F36A6276955D}"/>
              </a:ext>
            </a:extLst>
          </p:cNvPr>
          <p:cNvSpPr>
            <a:spLocks noGrp="1"/>
          </p:cNvSpPr>
          <p:nvPr>
            <p:ph type="title"/>
          </p:nvPr>
        </p:nvSpPr>
        <p:spPr/>
        <p:txBody>
          <a:bodyPr/>
          <a:lstStyle/>
          <a:p>
            <a:r>
              <a:rPr lang="en-IN" dirty="0"/>
              <a:t>    Hot Reset</a:t>
            </a:r>
          </a:p>
        </p:txBody>
      </p:sp>
      <p:sp>
        <p:nvSpPr>
          <p:cNvPr id="3" name="Content Placeholder 2">
            <a:extLst>
              <a:ext uri="{FF2B5EF4-FFF2-40B4-BE49-F238E27FC236}">
                <a16:creationId xmlns:a16="http://schemas.microsoft.com/office/drawing/2014/main" id="{C07ED472-6FB9-5C42-7A5F-93E25BB7DED3}"/>
              </a:ext>
            </a:extLst>
          </p:cNvPr>
          <p:cNvSpPr>
            <a:spLocks noGrp="1"/>
          </p:cNvSpPr>
          <p:nvPr>
            <p:ph idx="1"/>
          </p:nvPr>
        </p:nvSpPr>
        <p:spPr/>
        <p:txBody>
          <a:bodyPr/>
          <a:lstStyle/>
          <a:p>
            <a:r>
              <a:rPr lang="en-US" dirty="0"/>
              <a:t>A </a:t>
            </a:r>
            <a:r>
              <a:rPr lang="en-US" b="1" dirty="0"/>
              <a:t>hot reset</a:t>
            </a:r>
            <a:r>
              <a:rPr lang="en-US" dirty="0"/>
              <a:t> resets only a very small, selected part of the system while everything else keeps running.</a:t>
            </a:r>
          </a:p>
          <a:p>
            <a:r>
              <a:rPr lang="en-US" b="1" dirty="0"/>
              <a:t>What Hot Reset usually resets</a:t>
            </a:r>
          </a:p>
          <a:p>
            <a:pPr marL="0" indent="0">
              <a:buNone/>
            </a:pPr>
            <a:r>
              <a:rPr lang="en-US" dirty="0"/>
              <a:t>✔ A single IP block</a:t>
            </a:r>
            <a:br>
              <a:rPr lang="en-US" dirty="0"/>
            </a:br>
            <a:r>
              <a:rPr lang="en-US" dirty="0"/>
              <a:t>✔ One protocol engine</a:t>
            </a:r>
            <a:br>
              <a:rPr lang="en-US" dirty="0"/>
            </a:br>
            <a:r>
              <a:rPr lang="en-US" dirty="0"/>
              <a:t>✔ One channel / lane</a:t>
            </a:r>
            <a:br>
              <a:rPr lang="en-US" dirty="0"/>
            </a:br>
            <a:r>
              <a:rPr lang="en-US" dirty="0"/>
              <a:t>✔ One FSM or FIFO</a:t>
            </a:r>
          </a:p>
          <a:p>
            <a:pPr marL="0" indent="0">
              <a:buNone/>
            </a:pPr>
            <a:endParaRPr lang="en-US" dirty="0"/>
          </a:p>
          <a:p>
            <a:endParaRPr lang="en-IN" dirty="0"/>
          </a:p>
        </p:txBody>
      </p:sp>
    </p:spTree>
    <p:extLst>
      <p:ext uri="{BB962C8B-B14F-4D97-AF65-F5344CB8AC3E}">
        <p14:creationId xmlns:p14="http://schemas.microsoft.com/office/powerpoint/2010/main" val="4047554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E13DA-65D4-7A53-C65B-888347384603}"/>
              </a:ext>
            </a:extLst>
          </p:cNvPr>
          <p:cNvSpPr>
            <a:spLocks noGrp="1"/>
          </p:cNvSpPr>
          <p:nvPr>
            <p:ph type="title"/>
          </p:nvPr>
        </p:nvSpPr>
        <p:spPr/>
        <p:txBody>
          <a:bodyPr/>
          <a:lstStyle/>
          <a:p>
            <a:r>
              <a:rPr lang="en-IN" dirty="0"/>
              <a:t>      Summary</a:t>
            </a:r>
          </a:p>
        </p:txBody>
      </p:sp>
      <p:sp>
        <p:nvSpPr>
          <p:cNvPr id="4" name="Rectangle 1">
            <a:extLst>
              <a:ext uri="{FF2B5EF4-FFF2-40B4-BE49-F238E27FC236}">
                <a16:creationId xmlns:a16="http://schemas.microsoft.com/office/drawing/2014/main" id="{4104F840-7329-0A8C-C2C4-BA0D7BD68420}"/>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Hard Reset</a:t>
            </a:r>
            <a:r>
              <a:rPr kumimoji="0" lang="en-US" altLang="en-US" sz="1800" b="0" i="0" u="none" strike="noStrike" cap="none" normalizeH="0" baseline="0">
                <a:ln>
                  <a:noFill/>
                </a:ln>
                <a:solidFill>
                  <a:schemeClr val="tx1"/>
                </a:solidFill>
                <a:effectLst/>
                <a:latin typeface="Arial" panose="020B0604020202020204" pitchFamily="34" charset="0"/>
              </a:rPr>
              <a:t> → Full hardware reset without power off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Soft Reset</a:t>
            </a:r>
            <a:r>
              <a:rPr kumimoji="0" lang="en-US" altLang="en-US" sz="1800" b="0" i="0" u="none" strike="noStrike" cap="none" normalizeH="0" baseline="0">
                <a:ln>
                  <a:noFill/>
                </a:ln>
                <a:solidFill>
                  <a:schemeClr val="tx1"/>
                </a:solidFill>
                <a:effectLst/>
                <a:latin typeface="Arial" panose="020B0604020202020204" pitchFamily="34" charset="0"/>
              </a:rPr>
              <a:t> → Software-triggered reset (scope varies)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Cold Reset / POR</a:t>
            </a:r>
            <a:r>
              <a:rPr kumimoji="0" lang="en-US" altLang="en-US" sz="1800" b="0" i="0" u="none" strike="noStrike" cap="none" normalizeH="0" baseline="0">
                <a:ln>
                  <a:noFill/>
                </a:ln>
                <a:solidFill>
                  <a:schemeClr val="tx1"/>
                </a:solidFill>
                <a:effectLst/>
                <a:latin typeface="Arial" panose="020B0604020202020204" pitchFamily="34" charset="0"/>
              </a:rPr>
              <a:t> → Power OFF → ON reset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Watchdog Reset</a:t>
            </a:r>
            <a:r>
              <a:rPr kumimoji="0" lang="en-US" altLang="en-US" sz="1800" b="0" i="0" u="none" strike="noStrike" cap="none" normalizeH="0" baseline="0">
                <a:ln>
                  <a:noFill/>
                </a:ln>
                <a:solidFill>
                  <a:schemeClr val="tx1"/>
                </a:solidFill>
                <a:effectLst/>
                <a:latin typeface="Arial" panose="020B0604020202020204" pitchFamily="34" charset="0"/>
              </a:rPr>
              <a:t> → Safety reset on hang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Peripheral Reset</a:t>
            </a:r>
            <a:r>
              <a:rPr kumimoji="0" lang="en-US" altLang="en-US" sz="1800" b="0" i="0" u="none" strike="noStrike" cap="none" normalizeH="0" baseline="0">
                <a:ln>
                  <a:noFill/>
                </a:ln>
                <a:solidFill>
                  <a:schemeClr val="tx1"/>
                </a:solidFill>
                <a:effectLst/>
                <a:latin typeface="Arial" panose="020B0604020202020204" pitchFamily="34" charset="0"/>
              </a:rPr>
              <a:t> → Reset one IP only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Core Reset</a:t>
            </a:r>
            <a:r>
              <a:rPr kumimoji="0" lang="en-US" altLang="en-US" sz="1800" b="0" i="0" u="none" strike="noStrike" cap="none" normalizeH="0" baseline="0">
                <a:ln>
                  <a:noFill/>
                </a:ln>
                <a:solidFill>
                  <a:schemeClr val="tx1"/>
                </a:solidFill>
                <a:effectLst/>
                <a:latin typeface="Arial" panose="020B0604020202020204" pitchFamily="34" charset="0"/>
              </a:rPr>
              <a:t> → Restart CPU 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DMA Reset</a:t>
            </a:r>
            <a:r>
              <a:rPr kumimoji="0" lang="en-US" altLang="en-US" sz="1800" b="0" i="0" u="none" strike="noStrike" cap="none" normalizeH="0" baseline="0">
                <a:ln>
                  <a:noFill/>
                </a:ln>
                <a:solidFill>
                  <a:schemeClr val="tx1"/>
                </a:solidFill>
                <a:effectLst/>
                <a:latin typeface="Arial" panose="020B0604020202020204" pitchFamily="34" charset="0"/>
              </a:rPr>
              <a:t> → Clear DMA engine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Functional Reset</a:t>
            </a:r>
            <a:r>
              <a:rPr kumimoji="0" lang="en-US" altLang="en-US" sz="1800" b="0" i="0" u="none" strike="noStrike" cap="none" normalizeH="0" baseline="0">
                <a:ln>
                  <a:noFill/>
                </a:ln>
                <a:solidFill>
                  <a:schemeClr val="tx1"/>
                </a:solidFill>
                <a:effectLst/>
                <a:latin typeface="Arial" panose="020B0604020202020204" pitchFamily="34" charset="0"/>
              </a:rPr>
              <a:t> → Reset internal logic only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Warm Reset</a:t>
            </a:r>
            <a:r>
              <a:rPr kumimoji="0" lang="en-US" altLang="en-US" sz="1800" b="0" i="0" u="none" strike="noStrike" cap="none" normalizeH="0" baseline="0">
                <a:ln>
                  <a:noFill/>
                </a:ln>
                <a:solidFill>
                  <a:schemeClr val="tx1"/>
                </a:solidFill>
                <a:effectLst/>
                <a:latin typeface="Arial" panose="020B0604020202020204" pitchFamily="34" charset="0"/>
              </a:rPr>
              <a:t> → Reboot system without power cycle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Hot Reset</a:t>
            </a:r>
            <a:r>
              <a:rPr kumimoji="0" lang="en-US" altLang="en-US" sz="1800" b="0" i="0" u="none" strike="noStrike" cap="none" normalizeH="0" baseline="0">
                <a:ln>
                  <a:noFill/>
                </a:ln>
                <a:solidFill>
                  <a:schemeClr val="tx1"/>
                </a:solidFill>
                <a:effectLst/>
                <a:latin typeface="Arial" panose="020B0604020202020204" pitchFamily="34" charset="0"/>
              </a:rPr>
              <a:t> → Live reset of a small block</a:t>
            </a:r>
          </a:p>
        </p:txBody>
      </p:sp>
    </p:spTree>
    <p:extLst>
      <p:ext uri="{BB962C8B-B14F-4D97-AF65-F5344CB8AC3E}">
        <p14:creationId xmlns:p14="http://schemas.microsoft.com/office/powerpoint/2010/main" val="2630781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6F6CF-CB61-940C-0BA7-DE2B2E666BB4}"/>
              </a:ext>
            </a:extLst>
          </p:cNvPr>
          <p:cNvSpPr>
            <a:spLocks noGrp="1"/>
          </p:cNvSpPr>
          <p:nvPr>
            <p:ph type="title"/>
          </p:nvPr>
        </p:nvSpPr>
        <p:spPr/>
        <p:txBody>
          <a:bodyPr/>
          <a:lstStyle/>
          <a:p>
            <a:endParaRPr lang="en-IN"/>
          </a:p>
        </p:txBody>
      </p:sp>
      <p:pic>
        <p:nvPicPr>
          <p:cNvPr id="4" name="Picture 6" descr="Business Thank-You Letter Examples">
            <a:extLst>
              <a:ext uri="{FF2B5EF4-FFF2-40B4-BE49-F238E27FC236}">
                <a16:creationId xmlns:a16="http://schemas.microsoft.com/office/drawing/2014/main" id="{5A110FA3-E87F-55DF-4E13-6F2892DFAA0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8533" y="0"/>
            <a:ext cx="11878733" cy="642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53845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BB9E5490EEBB438C23297E1D25285B" ma:contentTypeVersion="8" ma:contentTypeDescription="Create a new document." ma:contentTypeScope="" ma:versionID="3d24ed15395863622458c9612afe9077">
  <xsd:schema xmlns:xsd="http://www.w3.org/2001/XMLSchema" xmlns:xs="http://www.w3.org/2001/XMLSchema" xmlns:p="http://schemas.microsoft.com/office/2006/metadata/properties" xmlns:ns3="ec91e78c-53b9-49d2-80fe-2267c9de2ac1" targetNamespace="http://schemas.microsoft.com/office/2006/metadata/properties" ma:root="true" ma:fieldsID="bf5387ec6775c7ffa55b69cbb25365ff" ns3:_="">
    <xsd:import namespace="ec91e78c-53b9-49d2-80fe-2267c9de2ac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1e78c-53b9-49d2-80fe-2267c9de2ac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c91e78c-53b9-49d2-80fe-2267c9de2ac1" xsi:nil="true"/>
  </documentManagement>
</p:properties>
</file>

<file path=customXml/itemProps1.xml><?xml version="1.0" encoding="utf-8"?>
<ds:datastoreItem xmlns:ds="http://schemas.openxmlformats.org/officeDocument/2006/customXml" ds:itemID="{7E66AC7E-1C73-4FF5-AFC0-C8851EA697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91e78c-53b9-49d2-80fe-2267c9de2a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B02BCE-DCE1-418F-8F1F-A7EA13C455FE}">
  <ds:schemaRefs>
    <ds:schemaRef ds:uri="http://schemas.microsoft.com/sharepoint/v3/contenttype/forms"/>
  </ds:schemaRefs>
</ds:datastoreItem>
</file>

<file path=customXml/itemProps3.xml><?xml version="1.0" encoding="utf-8"?>
<ds:datastoreItem xmlns:ds="http://schemas.openxmlformats.org/officeDocument/2006/customXml" ds:itemID="{B34AFD92-645F-4A22-A935-660F6D0C54CF}">
  <ds:schemaRefs>
    <ds:schemaRef ds:uri="http://purl.org/dc/terms/"/>
    <ds:schemaRef ds:uri="http://www.w3.org/XML/1998/namespace"/>
    <ds:schemaRef ds:uri="http://purl.org/dc/dcmitype/"/>
    <ds:schemaRef ds:uri="http://schemas.microsoft.com/office/2006/documentManagement/types"/>
    <ds:schemaRef ds:uri="ec91e78c-53b9-49d2-80fe-2267c9de2ac1"/>
    <ds:schemaRef ds:uri="http://purl.org/dc/elements/1.1/"/>
    <ds:schemaRef ds:uri="http://schemas.microsoft.com/office/2006/metadata/properti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{5119D6F7-8300-4A42-AC6D-6E18C3E4D879}TF229edf6a-8a49-49ee-a0a6-5037052947485fb3ca0c-bc27bf41d645</Template>
  <TotalTime>313</TotalTime>
  <Words>1682</Words>
  <Application>Microsoft Office PowerPoint</Application>
  <PresentationFormat>Widescreen</PresentationFormat>
  <Paragraphs>172</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Century Gothic</vt:lpstr>
      <vt:lpstr>Poppins</vt:lpstr>
      <vt:lpstr>Wingdings 3</vt:lpstr>
      <vt:lpstr>Ion Boardroom</vt:lpstr>
      <vt:lpstr>RDC(Reset Domain Crossing</vt:lpstr>
      <vt:lpstr>          Contents</vt:lpstr>
      <vt:lpstr>         What is Reset Domain Crossing?</vt:lpstr>
      <vt:lpstr>                      WHY RDC</vt:lpstr>
      <vt:lpstr>     why RDC is important​</vt:lpstr>
      <vt:lpstr>       Features of RDC</vt:lpstr>
      <vt:lpstr>             Timing requirements</vt:lpstr>
      <vt:lpstr>RDC (RESET DOMAIN CROSSING )TECHNIQUES​</vt:lpstr>
      <vt:lpstr>       Synchronizer reset</vt:lpstr>
      <vt:lpstr>Use handshake or valid signal after reset​</vt:lpstr>
      <vt:lpstr>         Clock Gating</vt:lpstr>
      <vt:lpstr>        Reset </vt:lpstr>
      <vt:lpstr>   Types of resets</vt:lpstr>
      <vt:lpstr>      Hard Reset</vt:lpstr>
      <vt:lpstr>                     Hard Reset      h</vt:lpstr>
      <vt:lpstr>                   Soft reset</vt:lpstr>
      <vt:lpstr>                         Soft Reset     </vt:lpstr>
      <vt:lpstr>       Power-On Reset (POR) </vt:lpstr>
      <vt:lpstr>          Watchdog Reset </vt:lpstr>
      <vt:lpstr>               Peripheral Reset  </vt:lpstr>
      <vt:lpstr>              Core Rest</vt:lpstr>
      <vt:lpstr>          DMA Reset</vt:lpstr>
      <vt:lpstr>   Functional reset</vt:lpstr>
      <vt:lpstr>              Warm Reset</vt:lpstr>
      <vt:lpstr>    Hot Reset</vt:lpstr>
      <vt:lpstr>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1</cp:revision>
  <dcterms:created xsi:type="dcterms:W3CDTF">2026-02-16T11:16:12Z</dcterms:created>
  <dcterms:modified xsi:type="dcterms:W3CDTF">2026-02-25T11:15:40Z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0x010100F0BB9E5490EEBB438C23297E1D25285B</vt:lpwstr>
  </property>
</Properties>
</file>