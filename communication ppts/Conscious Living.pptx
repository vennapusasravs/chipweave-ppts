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97C5CF-14BE-475C-9F97-384EAB6A5BF4}" v="5" dt="2026-04-15T08:45:18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2" autoAdjust="0"/>
    <p:restoredTop sz="94643"/>
  </p:normalViewPr>
  <p:slideViewPr>
    <p:cSldViewPr snapToGrid="0">
      <p:cViewPr varScale="1">
        <p:scale>
          <a:sx n="88" d="100"/>
          <a:sy n="88" d="100"/>
        </p:scale>
        <p:origin x="30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BB3B169-6B89-2E17-90EB-E0EF3E4AD9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63D99-7471-BF48-67F8-58D38C642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E2888-DCC3-4185-9C3A-7AA1F58342CB}" type="datetime1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B3777-0CF7-1AE1-3452-49D3B5D3AC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E6057-1850-6E44-4160-50E69A3E39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7A44D-2590-4318-82C0-FDE5A6F6A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59762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3945A-7BD4-4DB8-9257-D92A7400C16E}" type="datetime1">
              <a:rPr lang="en-IN" smtClean="0"/>
              <a:t>03-06-2026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37DFE-63B6-47EB-BC27-2E29CE605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556307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5F100-8679-2945-CEC1-87391A9118E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30035"/>
            <a:ext cx="9144000" cy="217992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IN" dirty="0"/>
              <a:t>Conscious Living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46D28-BAF1-7BC1-E293-DBC5432E09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0946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Sravanthi</a:t>
            </a:r>
          </a:p>
          <a:p>
            <a:r>
              <a:rPr lang="en-US" dirty="0" err="1"/>
              <a:t>Chipweave</a:t>
            </a:r>
            <a:r>
              <a:rPr lang="en-US" dirty="0"/>
              <a:t> Technologies </a:t>
            </a:r>
            <a:r>
              <a:rPr lang="en-US" dirty="0" err="1"/>
              <a:t>pvt</a:t>
            </a:r>
            <a:r>
              <a:rPr lang="en-US" dirty="0"/>
              <a:t> ltd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D4562-A004-1148-C8A5-0F8C0D62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D1B6F-880F-43BA-90A0-E9B5F0677E7D}" type="datetime1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47987-7E56-0C2C-94AF-B3A9F9FC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@2020 </a:t>
            </a:r>
            <a:r>
              <a:rPr lang="en-IN" dirty="0" err="1"/>
              <a:t>Chipweave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424D5-785F-D999-6DE6-B05728F3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6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00EEC-F789-FB1F-BA3B-3F70D0C0CD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IN" dirty="0"/>
              <a:t>                   Conscious Living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4AE33-FD76-B172-5FA6-4CD19EA938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US" dirty="0"/>
              <a:t>To make the most of our lives, we must answer two fundamental questions:</a:t>
            </a:r>
          </a:p>
          <a:p>
            <a:pPr lvl="2"/>
            <a:r>
              <a:rPr lang="en-US" dirty="0"/>
              <a:t>How do I find peace within myself?</a:t>
            </a:r>
          </a:p>
          <a:p>
            <a:pPr lvl="2"/>
            <a:r>
              <a:rPr lang="en-US" dirty="0"/>
              <a:t>And how do I achieve harmony with others? Answering these requires understanding our core selves and recognizing the needs and feelings of those around us.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B3896-B2FE-65F3-F816-F9D5E8B5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C6BD99-3B76-4A92-841E-D97127E48EC9}" type="datetime1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F5B90-BCF4-750B-0078-3D184931B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@2020 </a:t>
            </a:r>
            <a:r>
              <a:rPr lang="en-IN" dirty="0" err="1"/>
              <a:t>Chipweave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377D5-1018-B411-698F-3D55F514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62EBBD-7309-2DF8-FA95-AE0922296E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88976" y="3633901"/>
            <a:ext cx="2209992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4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DEC32-C09B-3466-2F47-11A0027F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E57D6-73BF-AE59-EF39-0D393A4D9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DF090-5D8B-7660-A6D6-95304C8B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052950-2F42-4B72-B61B-1B5FCE855CC0}" type="datetime1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92CA3-6A08-3DC0-8C03-ACC6AFFFF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C5B46-6396-9CE6-F67D-7C6DDD0F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66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EA15-4BFF-8D14-C912-AD888A472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2B6F3-1D36-72A5-8E63-FD753753D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419AB-8CD3-200E-D597-26DD3F69C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63469-1B97-2083-029E-9BA0F5B3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653406-D2D9-46B0-AAE6-30734FE99C32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54598-9E47-9DE6-83FE-D56490E8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4A125-66BF-C02C-D3F4-E495366C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42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99A4-F72F-39D0-AF43-68978DC1C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4CD66-4FE0-CC12-40B7-924C8AFD3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76E27-85C9-CEF3-2A57-C4BE50484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6520B5-1152-CE56-70F9-66F12AAE4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AF7AC-0A06-4B07-248F-B38155AB6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807CE-6A0D-48AD-9481-05CAD66310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C2A9E0-F28F-4748-A5D9-5972DE40C20F}" type="datetime1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3A459-068B-17FA-FB91-E77F4F5B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09F128-53DF-74FB-7BE9-F70D0E659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39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20CA-E494-BC4F-0703-10F355245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E8929-D49F-BB74-1EBC-DC1F227C9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6D193E-08A6-40B0-9298-BE47331AB375}" type="datetime1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49EDA-8F1F-603D-168D-980CC300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141E7-13E9-3014-B7AC-ADDFD4E6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25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DA637-EC5D-4F3B-FC9F-996D771F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D82C4E-A585-4C58-8D36-492AAC938B0E}" type="datetime1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B300E7-77A8-0AD2-135F-A77CF40A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C30B0-FBE4-284F-EF25-CFDE9C0E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746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6D49-DC20-9211-0AEE-80CD43138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8D73E-60CE-B0D3-AF9B-14785EF1F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2199E-77CA-666D-B7DC-477DDA75C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AFE4E-04DC-36F0-A6CC-75C6853530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D03B73-3FD2-4A99-B92E-4EF34086AEF5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37ADD-D77B-F314-0A60-7EEB9640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45D-843D-C22B-B58C-B832AD4B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210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8ACB-38E7-D031-BC7F-39A79912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CA4EEA-F907-E97D-341A-DE60C3FA5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86436-AB5F-2848-1DE5-BF7437E3B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932FC-E60B-F780-4B19-ED767677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FC59E2-FEFB-4E8A-B9C4-B85CA05B72CF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BC34F-2D5B-023D-AC13-E53A63271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F03F6-DD45-FAEA-023A-33A70E798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86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C1094-B375-37E6-3DE1-37341D1A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45283-35A2-112F-3AD8-6093B7B5A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A6998-92E4-74BC-D5B5-3A0A2D69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D07E8E-5776-46D3-8BD5-6AF533B92F76}" type="datetime1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9E9E3-8BC6-9CFF-A0EA-0EAB852C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DF697-3BC7-FC2F-5B02-D8368B27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96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A37B4D-1951-2D4C-7D7F-038A8D916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72BC8-6501-8D41-A291-25A39FFAC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7E03-A329-D4FD-A126-F901B69F2B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D6CD4E3-33E5-43B7-A562-5754FF9D20AE}" type="datetime1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E05A4-8F44-5185-4FC4-F09942D3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A5EA0-2AD6-2311-52F8-04FF2797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69CF9-0E69-4463-9CD0-391E3B8824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21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CECB40-9420-FB64-4474-2F5D94A1DA0A}"/>
              </a:ext>
            </a:extLst>
          </p:cNvPr>
          <p:cNvCxnSpPr/>
          <p:nvPr userDrawn="1"/>
        </p:nvCxnSpPr>
        <p:spPr>
          <a:xfrm>
            <a:off x="0" y="6314785"/>
            <a:ext cx="121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7DDC5D0-CED7-5EB1-5C27-CA76F0F4EC28}"/>
              </a:ext>
            </a:extLst>
          </p:cNvPr>
          <p:cNvSpPr txBox="1">
            <a:spLocks/>
          </p:cNvSpPr>
          <p:nvPr userDrawn="1"/>
        </p:nvSpPr>
        <p:spPr>
          <a:xfrm>
            <a:off x="8817429" y="0"/>
            <a:ext cx="3374571" cy="6449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rgbClr val="1421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1808C2"/>
                </a:solidFill>
                <a:latin typeface="Science Gothic" pitchFamily="2" charset="0"/>
                <a:ea typeface="Science Gothic" pitchFamily="2" charset="0"/>
              </a:rPr>
              <a:t>Chipweave</a:t>
            </a:r>
          </a:p>
        </p:txBody>
      </p:sp>
    </p:spTree>
    <p:extLst>
      <p:ext uri="{BB962C8B-B14F-4D97-AF65-F5344CB8AC3E}">
        <p14:creationId xmlns:p14="http://schemas.microsoft.com/office/powerpoint/2010/main" val="2968423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2B26-CBD5-8AE2-4722-3C9057BD5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0714" y="1632114"/>
            <a:ext cx="9144000" cy="2179927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Conscious Living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E9FBC-31C9-8842-7A3C-19F93F15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28FE6-6C69-77BE-D606-E9C37036A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ADE63-742C-F392-DE9C-74C47D414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549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9AC3-2DFD-B2AB-0B3F-C1BF3911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CB29-6FF9-80F7-C3C6-20FC327A7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6041"/>
            <a:ext cx="3224892" cy="881062"/>
          </a:xfrm>
        </p:spPr>
        <p:txBody>
          <a:bodyPr/>
          <a:lstStyle/>
          <a:p>
            <a:r>
              <a:rPr lang="en-IN" sz="4800" b="1" dirty="0">
                <a:solidFill>
                  <a:srgbClr val="0070C0"/>
                </a:solidFill>
              </a:rPr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79FCD-A5FA-0478-F234-E570A3A6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4FCD0-9327-1D0E-1916-832D5AF3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72F35-5F71-CB19-5CFA-4626A77FF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2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14A63E3-613C-0C73-C5B5-49EE817C4B7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57199" y="2209961"/>
            <a:ext cx="9998529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Introduction to </a:t>
            </a: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Conscious Living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Key principles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Emotional Awareness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Benefits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Challenges and Solutions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Conscious living &amp; Physical environment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BB153FB-625B-1E55-BCFB-A858BE87B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870190"/>
            <a:ext cx="4902200" cy="326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832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E8FD4-FF65-97FC-CBEF-162AEBB8E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8730-001B-4CC9-EF7B-A0D5A0C9E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894" y="136525"/>
            <a:ext cx="9805306" cy="1568286"/>
          </a:xfrm>
        </p:spPr>
        <p:txBody>
          <a:bodyPr/>
          <a:lstStyle/>
          <a:p>
            <a:r>
              <a:rPr lang="en-IN" sz="2800" b="1" dirty="0">
                <a:solidFill>
                  <a:srgbClr val="0070C0"/>
                </a:solidFill>
              </a:rPr>
              <a:t>Introduction To Conscious Living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171A5-FA84-DF50-1ED7-56D81FF88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1174C-889B-82A3-074A-A190F3282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03-06-2026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07C3A-1F9F-3C19-08A6-9298866FE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3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61D5F2-05ED-5E0A-69F2-F598F348B867}"/>
              </a:ext>
            </a:extLst>
          </p:cNvPr>
          <p:cNvSpPr txBox="1"/>
          <p:nvPr/>
        </p:nvSpPr>
        <p:spPr>
          <a:xfrm>
            <a:off x="3002416" y="5504372"/>
            <a:ext cx="6347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0070C0"/>
                </a:solidFill>
              </a:rPr>
              <a:t>“</a:t>
            </a:r>
            <a:endParaRPr lang="en-IN" sz="1800" dirty="0">
              <a:solidFill>
                <a:srgbClr val="0070C0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E7DE947-81F4-E0EE-E2B6-A35C3C8785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096027" y="2459504"/>
            <a:ext cx="630364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Living with awareness and intention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Being mindful of thoughts, actions, and choices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Aligning life with values and purpose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reacting, but responding consciously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D787155-827B-8721-C59B-C5480C410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19052"/>
            <a:ext cx="4656667" cy="261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40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1E685-5B2B-969A-C531-8012517F0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83AD-25D5-F998-582D-938BC28E7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3285" y="929986"/>
            <a:ext cx="11740243" cy="915144"/>
          </a:xfrm>
        </p:spPr>
        <p:txBody>
          <a:bodyPr/>
          <a:lstStyle/>
          <a:p>
            <a:r>
              <a:rPr lang="en-IN" sz="2800" dirty="0">
                <a:solidFill>
                  <a:schemeClr val="accent1"/>
                </a:solidFill>
              </a:rPr>
              <a:t>Importance of Conscious Living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F2516-6C36-293D-606F-F2EB7D0F0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1DA01-A904-C272-A291-198BC2C68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AE9E-BA17-8465-44D7-A54330343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4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4485BB1-F80F-F46E-C9E7-84EF31FC0FB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37067" y="2152847"/>
            <a:ext cx="5858934" cy="217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stress and anxiety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mental clarity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Enhances emotional stability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Leads to a more fulfilling life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5AE506D-FECA-4C00-F0EF-53D7CAFC3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167" y="2209727"/>
            <a:ext cx="4406900" cy="2937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46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7D397-B14B-8F81-5888-78EC8769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DB4CF-9BD9-8EE6-3879-7369448F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EF063-9A25-AEAB-BD6E-A753E766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B1FBC-AE85-691B-B608-0D7436B3C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5</a:t>
            </a:fld>
            <a:endParaRPr lang="en-I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8C965E4-DCF2-6E80-81E4-DB8575B9A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43" y="219693"/>
            <a:ext cx="10480222" cy="1625436"/>
          </a:xfrm>
        </p:spPr>
        <p:txBody>
          <a:bodyPr/>
          <a:lstStyle/>
          <a:p>
            <a:r>
              <a:rPr lang="en-IN" sz="2800" dirty="0">
                <a:solidFill>
                  <a:schemeClr val="accent1"/>
                </a:solidFill>
              </a:rPr>
              <a:t>Key Principles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75762C1-C733-E4EF-1610-A48CD8DBE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10" y="2428233"/>
            <a:ext cx="4141258" cy="249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A6CEAACA-0596-B8D7-EB06-764CF1BC74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936066" y="2402340"/>
            <a:ext cx="702468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Mindfulness: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Being fully present and aware in the current moment without distraction.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Self-awareness: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Understanding your own thoughts, emotions, and behavior.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Intentional actions: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Making conscious choices that align with your values and goals.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Gratitude: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Appreciating and being thankful for what you have in life. </a:t>
            </a:r>
          </a:p>
        </p:txBody>
      </p:sp>
    </p:spTree>
    <p:extLst>
      <p:ext uri="{BB962C8B-B14F-4D97-AF65-F5344CB8AC3E}">
        <p14:creationId xmlns:p14="http://schemas.microsoft.com/office/powerpoint/2010/main" val="2074292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000B7-43D8-5E18-46F8-3A3E0E300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13FC2-3BC9-9163-C54A-CBB2EE6E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598A2-FB14-A01A-3A8C-FA67A4332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C0979-8530-A992-BE73-DC016F38E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6</a:t>
            </a:fld>
            <a:endParaRPr lang="en-I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2246525-554F-1EDD-EB61-AB1340929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85" y="616273"/>
            <a:ext cx="8308521" cy="1102922"/>
          </a:xfrm>
        </p:spPr>
        <p:txBody>
          <a:bodyPr/>
          <a:lstStyle/>
          <a:p>
            <a:r>
              <a:rPr lang="en-IN" sz="2800" dirty="0">
                <a:solidFill>
                  <a:schemeClr val="accent1"/>
                </a:solidFill>
              </a:rPr>
              <a:t>Emotional Awareness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965DCC1-9B8C-C73D-3322-5F5A75DFFC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61950" y="2792879"/>
            <a:ext cx="497123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emotions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Responding instead of reacting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stress effectively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Developing emotional intelligence 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112E284F-79A2-D96D-C095-97B5334AE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462" y="2676062"/>
            <a:ext cx="4636688" cy="246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178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BF87B-A61E-00D3-2AC4-92300A6B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8C0C-4E10-02CE-8293-97C473844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2A72B-6F1B-04BE-1733-5DAA6489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993B2-ACD0-360D-5232-57289090E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7</a:t>
            </a:fld>
            <a:endParaRPr lang="en-I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FA03E4B-A7D3-9712-7895-C22308CDD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34736" y="783028"/>
            <a:ext cx="7630886" cy="890651"/>
          </a:xfrm>
        </p:spPr>
        <p:txBody>
          <a:bodyPr/>
          <a:lstStyle/>
          <a:p>
            <a:r>
              <a:rPr lang="en-IN" sz="2800" dirty="0">
                <a:solidFill>
                  <a:schemeClr val="accent1"/>
                </a:solidFill>
              </a:rPr>
              <a:t>Benefits of Conscious Living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B79C2C3-932B-A970-4683-844977F32B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536266" y="2292817"/>
            <a:ext cx="461433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Inner peace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Stronger relationships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 growth </a:t>
            </a:r>
          </a:p>
        </p:txBody>
      </p:sp>
      <p:pic>
        <p:nvPicPr>
          <p:cNvPr id="5125" name="Picture 5">
            <a:extLst>
              <a:ext uri="{FF2B5EF4-FFF2-40B4-BE49-F238E27FC236}">
                <a16:creationId xmlns:a16="http://schemas.microsoft.com/office/drawing/2014/main" id="{F7FC08FB-EC0A-3353-D176-231ADD48D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47" y="2297184"/>
            <a:ext cx="4504401" cy="2573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245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9D0D0-1C4F-38A1-EABE-4C64DF115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C3399-D522-8C65-0F5B-A859AF5A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6AEBB-C71C-2DED-F7B9-EEC52619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63B7A-3416-5FC5-914B-0613F5355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8</a:t>
            </a:fld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0379E-8CF3-9B80-C4EB-38B747814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067" y="2133600"/>
            <a:ext cx="7009354" cy="2594875"/>
          </a:xfrm>
        </p:spPr>
        <p:txBody>
          <a:bodyPr/>
          <a:lstStyle/>
          <a:p>
            <a:r>
              <a:rPr lang="en-US" b="1" dirty="0"/>
              <a:t>Challenges:</a:t>
            </a:r>
            <a:endParaRPr lang="en-US" dirty="0"/>
          </a:p>
          <a:p>
            <a:r>
              <a:rPr lang="en-US" dirty="0"/>
              <a:t>Distractions </a:t>
            </a:r>
          </a:p>
          <a:p>
            <a:r>
              <a:rPr lang="en-US" dirty="0"/>
              <a:t>Stressful lifestyle </a:t>
            </a:r>
          </a:p>
          <a:p>
            <a:r>
              <a:rPr lang="en-US" dirty="0"/>
              <a:t>Overthinking </a:t>
            </a:r>
          </a:p>
          <a:p>
            <a:r>
              <a:rPr lang="en-US" b="1" dirty="0"/>
              <a:t>Solutions:</a:t>
            </a:r>
            <a:endParaRPr lang="en-US" dirty="0"/>
          </a:p>
          <a:p>
            <a:r>
              <a:rPr lang="en-US" dirty="0"/>
              <a:t>Practice mindfulness </a:t>
            </a:r>
          </a:p>
          <a:p>
            <a:r>
              <a:rPr lang="en-US" dirty="0"/>
              <a:t>Set clear intentions </a:t>
            </a:r>
          </a:p>
          <a:p>
            <a:r>
              <a:rPr lang="en-US" dirty="0"/>
              <a:t>Limit distractions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8BB2872-08B5-8A53-84FF-65DEFAC42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68" y="505726"/>
            <a:ext cx="10617804" cy="908207"/>
          </a:xfrm>
        </p:spPr>
        <p:txBody>
          <a:bodyPr/>
          <a:lstStyle/>
          <a:p>
            <a:r>
              <a:rPr lang="en-IN" sz="2800" b="1" dirty="0">
                <a:solidFill>
                  <a:schemeClr val="accent1"/>
                </a:solidFill>
              </a:rPr>
              <a:t>C</a:t>
            </a:r>
            <a:r>
              <a:rPr lang="en-IN" sz="2800" dirty="0">
                <a:solidFill>
                  <a:schemeClr val="accent1"/>
                </a:solidFill>
              </a:rPr>
              <a:t>hallenges &amp; Solutions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pic>
        <p:nvPicPr>
          <p:cNvPr id="6146" name="Picture 2" descr="Hustle Culture Is Overrated: Why Busyness Doesn’t Equal Success | by Ilham Akbar Junaidi Putra | Medium">
            <a:extLst>
              <a:ext uri="{FF2B5EF4-FFF2-40B4-BE49-F238E27FC236}">
                <a16:creationId xmlns:a16="http://schemas.microsoft.com/office/drawing/2014/main" id="{D64A28E4-8E9F-9C3E-5AAB-58B52F5E6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799" y="1815563"/>
            <a:ext cx="3350813" cy="335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542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EAED6-CE35-6265-0A0D-EDC7B8E1F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00354-1D65-9126-D885-234A8027F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6DC6B-D104-E476-F0A8-0BAC40E3C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6D7BE-8F1E-25A5-FAF4-F62D83B5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9</a:t>
            </a:fld>
            <a:endParaRPr lang="en-IN"/>
          </a:p>
        </p:txBody>
      </p:sp>
      <p:pic>
        <p:nvPicPr>
          <p:cNvPr id="8194" name="Picture 2" descr="Save clean planet, Save world and environment, Ecology, World Earth Day Concept.">
            <a:extLst>
              <a:ext uri="{FF2B5EF4-FFF2-40B4-BE49-F238E27FC236}">
                <a16:creationId xmlns:a16="http://schemas.microsoft.com/office/drawing/2014/main" id="{86BF52FA-16AE-042D-E793-B57813B91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1" y="1957125"/>
            <a:ext cx="5242560" cy="2477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29E1414D-5F88-D7E0-3739-97361A52C7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38113" y="751672"/>
            <a:ext cx="847379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    🌍 Conscious Living &amp; Physical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C1D837A-E4ED-4D30-C037-38C9829DCF6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782491" y="1862238"/>
            <a:ext cx="825849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🌱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Awareness: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Understanding how daily actions impact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♻️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Responsible Choices: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Reduce, reuse, recycle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🌿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Sustainable Living: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Eco-friendly habits and minimalism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🌍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Protecting resources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                    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generations </a:t>
            </a:r>
          </a:p>
        </p:txBody>
      </p:sp>
    </p:spTree>
    <p:extLst>
      <p:ext uri="{BB962C8B-B14F-4D97-AF65-F5344CB8AC3E}">
        <p14:creationId xmlns:p14="http://schemas.microsoft.com/office/powerpoint/2010/main" val="4187105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5DF7-040C-8115-7E10-9B61A666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789F6-72A3-1032-50B2-C9EB95CE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BCBF5-F082-7AE9-0DEA-C02DFAE9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C86B5-7570-435B-989F-975CCFB1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10</a:t>
            </a:fld>
            <a:endParaRPr lang="en-I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8AC6792-C0B7-4C8F-EC4A-5096862BB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3528" y="562592"/>
            <a:ext cx="5622470" cy="1094653"/>
          </a:xfrm>
        </p:spPr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Conclusion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EF6AB0D-A0EB-32B0-25EF-A2D58D7BA0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46699" y="1995847"/>
            <a:ext cx="5023106" cy="1808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Conscious living is a lifelong journey </a:t>
            </a:r>
          </a:p>
          <a:p>
            <a:r>
              <a:rPr lang="en-US" dirty="0"/>
              <a:t>Small changes create big impact </a:t>
            </a:r>
          </a:p>
          <a:p>
            <a:r>
              <a:rPr lang="en-US" dirty="0"/>
              <a:t>Awareness leads to transformation </a:t>
            </a:r>
          </a:p>
          <a:p>
            <a:r>
              <a:rPr lang="en-US" dirty="0"/>
              <a:t>Start today, live intentionally </a:t>
            </a:r>
          </a:p>
        </p:txBody>
      </p:sp>
      <p:pic>
        <p:nvPicPr>
          <p:cNvPr id="7170" name="Picture 2" descr="How Can You Inspire Your Children to Embrace a Spiritual Path? - Paramporul Foundation">
            <a:extLst>
              <a:ext uri="{FF2B5EF4-FFF2-40B4-BE49-F238E27FC236}">
                <a16:creationId xmlns:a16="http://schemas.microsoft.com/office/drawing/2014/main" id="{8B3E61C4-BCEE-E030-0189-B925CBCF4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354" y="1657245"/>
            <a:ext cx="4839232" cy="302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5574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E459-BEE3-F201-9BB3-738DD0E1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C7F7C-C2D4-A295-7E03-5682EF40E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@2020 Chipweave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548C9-1578-990F-E74D-9ECAEBE71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D7618-4589-4819-9DC2-45A6904BF30D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FC50A-A0DB-5FEE-A2CB-F66112E8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69CF9-0E69-4463-9CD0-391E3B882411}" type="slidenum">
              <a:rPr lang="en-IN" smtClean="0"/>
              <a:t>11</a:t>
            </a:fld>
            <a:endParaRPr lang="en-I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D3515DA-85C6-8C0A-227A-9E8B9433A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979" y="301335"/>
            <a:ext cx="10047514" cy="3658343"/>
          </a:xfrm>
        </p:spPr>
        <p:txBody>
          <a:bodyPr/>
          <a:lstStyle/>
          <a:p>
            <a:r>
              <a:rPr lang="en-IN" sz="9600" dirty="0">
                <a:solidFill>
                  <a:srgbClr val="0070C0"/>
                </a:solidFill>
                <a:latin typeface="Edwardian Script ITC" panose="030303020407070D0804" pitchFamily="66" charset="0"/>
              </a:rPr>
              <a:t>Thank </a:t>
            </a:r>
            <a:r>
              <a:rPr lang="en-IN" sz="9600" b="1" dirty="0">
                <a:solidFill>
                  <a:srgbClr val="0070C0"/>
                </a:solidFill>
                <a:latin typeface="Edwardian Script ITC" panose="030303020407070D0804" pitchFamily="66" charset="0"/>
              </a:rPr>
              <a:t>You</a:t>
            </a:r>
          </a:p>
        </p:txBody>
      </p:sp>
      <p:pic>
        <p:nvPicPr>
          <p:cNvPr id="2" name="Picture 6" descr="Business Thank-You Letter Examples">
            <a:extLst>
              <a:ext uri="{FF2B5EF4-FFF2-40B4-BE49-F238E27FC236}">
                <a16:creationId xmlns:a16="http://schemas.microsoft.com/office/drawing/2014/main" id="{177FA1EB-FE58-35E3-A53C-2968605B5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79" y="785559"/>
            <a:ext cx="8290015" cy="5026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967003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hipweave 1">
      <a:dk1>
        <a:srgbClr val="020202"/>
      </a:dk1>
      <a:lt1>
        <a:srgbClr val="D6E5EA"/>
      </a:lt1>
      <a:dk2>
        <a:srgbClr val="020202"/>
      </a:dk2>
      <a:lt2>
        <a:srgbClr val="020202"/>
      </a:lt2>
      <a:accent1>
        <a:srgbClr val="3B82F6"/>
      </a:accent1>
      <a:accent2>
        <a:srgbClr val="10B981"/>
      </a:accent2>
      <a:accent3>
        <a:srgbClr val="F97316"/>
      </a:accent3>
      <a:accent4>
        <a:srgbClr val="FBBF24"/>
      </a:accent4>
      <a:accent5>
        <a:srgbClr val="030505"/>
      </a:accent5>
      <a:accent6>
        <a:srgbClr val="FDFEFC"/>
      </a:accent6>
      <a:hlink>
        <a:srgbClr val="005390"/>
      </a:hlink>
      <a:folHlink>
        <a:srgbClr val="C6540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hipweave Template with Date1" id="{4F6D523D-7D25-4F46-AF5E-E0A412E73C01}" vid="{CF21AA0C-4AC5-46A3-BDBE-ABECE1C8E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91e78c-53b9-49d2-80fe-2267c9de2ac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BB9E5490EEBB438C23297E1D25285B" ma:contentTypeVersion="10" ma:contentTypeDescription="Create a new document." ma:contentTypeScope="" ma:versionID="f1ce0bbb77ae981bb3236c4ff3e5e8c2">
  <xsd:schema xmlns:xsd="http://www.w3.org/2001/XMLSchema" xmlns:xs="http://www.w3.org/2001/XMLSchema" xmlns:p="http://schemas.microsoft.com/office/2006/metadata/properties" xmlns:ns3="ec91e78c-53b9-49d2-80fe-2267c9de2ac1" targetNamespace="http://schemas.microsoft.com/office/2006/metadata/properties" ma:root="true" ma:fieldsID="2211f0910273cfef75d430a4eb610fe0" ns3:_="">
    <xsd:import namespace="ec91e78c-53b9-49d2-80fe-2267c9de2ac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1e78c-53b9-49d2-80fe-2267c9de2ac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514176-7F11-4732-A733-C6087B30B9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67AC6C-4B56-40AD-932F-CA6F9EC75CD5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ec91e78c-53b9-49d2-80fe-2267c9de2ac1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6F52394-3EF6-4848-8FBA-DB23D35707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91e78c-53b9-49d2-80fe-2267c9de2a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Chipweave Template with Date1</Template>
  <TotalTime>334</TotalTime>
  <Words>293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1_Custom Design</vt:lpstr>
      <vt:lpstr>Conscious Living</vt:lpstr>
      <vt:lpstr>Agenda</vt:lpstr>
      <vt:lpstr>Introduction To Conscious Living</vt:lpstr>
      <vt:lpstr>Importance of Conscious Living</vt:lpstr>
      <vt:lpstr>Key Principles</vt:lpstr>
      <vt:lpstr>Emotional Awareness</vt:lpstr>
      <vt:lpstr>Benefits of Conscious Living</vt:lpstr>
      <vt:lpstr>Challenges &amp; Solutions</vt:lpstr>
      <vt:lpstr>     🌍 Conscious Living &amp; Physical Environment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Pallavi Kapa</dc:creator>
  <cp:lastModifiedBy>sravanthi Vennapusa</cp:lastModifiedBy>
  <cp:revision>8</cp:revision>
  <dcterms:created xsi:type="dcterms:W3CDTF">2026-04-13T05:02:37Z</dcterms:created>
  <dcterms:modified xsi:type="dcterms:W3CDTF">2026-06-03T09:07:50Z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0x010100F0BB9E5490EEBB438C23297E1D25285B</vt:lpwstr>
  </property>
</Properties>
</file>