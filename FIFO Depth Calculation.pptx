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76" r:id="rId6"/>
    <p:sldId id="257" r:id="rId7"/>
    <p:sldId id="274" r:id="rId8"/>
    <p:sldId id="258" r:id="rId9"/>
    <p:sldId id="259" r:id="rId10"/>
    <p:sldId id="260" r:id="rId11"/>
    <p:sldId id="272" r:id="rId12"/>
    <p:sldId id="261" r:id="rId13"/>
    <p:sldId id="262" r:id="rId14"/>
    <p:sldId id="263" r:id="rId15"/>
    <p:sldId id="270" r:id="rId16"/>
    <p:sldId id="264" r:id="rId17"/>
    <p:sldId id="265" r:id="rId18"/>
    <p:sldId id="271" r:id="rId19"/>
    <p:sldId id="266" r:id="rId20"/>
    <p:sldId id="267" r:id="rId21"/>
    <p:sldId id="268" r:id="rId22"/>
    <p:sldId id="269" r:id="rId23"/>
    <p:sldId id="273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394C37-1312-4F39-940E-5304A6A4EBBA}" v="34" dt="2026-02-28T03:45:16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Vennapusa" userId="06105391-ac9e-4186-a41e-395274e1b189" providerId="ADAL" clId="{9B2BFCF3-BB9D-4917-9B53-4ED52D43BFF8}"/>
    <pc:docChg chg="undo custSel addSld modSld">
      <pc:chgData name="sravanthi Vennapusa" userId="06105391-ac9e-4186-a41e-395274e1b189" providerId="ADAL" clId="{9B2BFCF3-BB9D-4917-9B53-4ED52D43BFF8}" dt="2026-02-28T03:45:30.359" v="480" actId="12"/>
      <pc:docMkLst>
        <pc:docMk/>
      </pc:docMkLst>
      <pc:sldChg chg="modSp mod">
        <pc:chgData name="sravanthi Vennapusa" userId="06105391-ac9e-4186-a41e-395274e1b189" providerId="ADAL" clId="{9B2BFCF3-BB9D-4917-9B53-4ED52D43BFF8}" dt="2026-02-28T03:39:34.987" v="260" actId="20577"/>
        <pc:sldMkLst>
          <pc:docMk/>
          <pc:sldMk cId="1262297805" sldId="256"/>
        </pc:sldMkLst>
        <pc:spChg chg="mod">
          <ac:chgData name="sravanthi Vennapusa" userId="06105391-ac9e-4186-a41e-395274e1b189" providerId="ADAL" clId="{9B2BFCF3-BB9D-4917-9B53-4ED52D43BFF8}" dt="2026-02-28T03:39:34.987" v="260" actId="20577"/>
          <ac:spMkLst>
            <pc:docMk/>
            <pc:sldMk cId="1262297805" sldId="256"/>
            <ac:spMk id="3" creationId="{5C83CFFE-6F98-B517-DD3B-FA4FC21B7F6F}"/>
          </ac:spMkLst>
        </pc:spChg>
      </pc:sldChg>
      <pc:sldChg chg="modSp mod">
        <pc:chgData name="sravanthi Vennapusa" userId="06105391-ac9e-4186-a41e-395274e1b189" providerId="ADAL" clId="{9B2BFCF3-BB9D-4917-9B53-4ED52D43BFF8}" dt="2026-02-28T03:40:21.781" v="367" actId="1038"/>
        <pc:sldMkLst>
          <pc:docMk/>
          <pc:sldMk cId="3093237020" sldId="257"/>
        </pc:sldMkLst>
        <pc:spChg chg="mod">
          <ac:chgData name="sravanthi Vennapusa" userId="06105391-ac9e-4186-a41e-395274e1b189" providerId="ADAL" clId="{9B2BFCF3-BB9D-4917-9B53-4ED52D43BFF8}" dt="2026-02-28T03:40:21.781" v="367" actId="1038"/>
          <ac:spMkLst>
            <pc:docMk/>
            <pc:sldMk cId="3093237020" sldId="257"/>
            <ac:spMk id="2" creationId="{66605891-AC95-3CB0-F781-813095B43017}"/>
          </ac:spMkLst>
        </pc:spChg>
      </pc:sldChg>
      <pc:sldChg chg="modSp mod">
        <pc:chgData name="sravanthi Vennapusa" userId="06105391-ac9e-4186-a41e-395274e1b189" providerId="ADAL" clId="{9B2BFCF3-BB9D-4917-9B53-4ED52D43BFF8}" dt="2026-02-28T03:42:16.435" v="448" actId="20577"/>
        <pc:sldMkLst>
          <pc:docMk/>
          <pc:sldMk cId="1994729366" sldId="258"/>
        </pc:sldMkLst>
        <pc:spChg chg="mod">
          <ac:chgData name="sravanthi Vennapusa" userId="06105391-ac9e-4186-a41e-395274e1b189" providerId="ADAL" clId="{9B2BFCF3-BB9D-4917-9B53-4ED52D43BFF8}" dt="2026-02-28T03:42:16.435" v="448" actId="20577"/>
          <ac:spMkLst>
            <pc:docMk/>
            <pc:sldMk cId="1994729366" sldId="258"/>
            <ac:spMk id="2" creationId="{4B8B20EC-4AE8-CB90-BC2A-88213157ADD1}"/>
          </ac:spMkLst>
        </pc:spChg>
      </pc:sldChg>
      <pc:sldChg chg="modSp mod">
        <pc:chgData name="sravanthi Vennapusa" userId="06105391-ac9e-4186-a41e-395274e1b189" providerId="ADAL" clId="{9B2BFCF3-BB9D-4917-9B53-4ED52D43BFF8}" dt="2026-02-28T03:42:39.725" v="462" actId="20577"/>
        <pc:sldMkLst>
          <pc:docMk/>
          <pc:sldMk cId="1737983012" sldId="259"/>
        </pc:sldMkLst>
        <pc:spChg chg="mod">
          <ac:chgData name="sravanthi Vennapusa" userId="06105391-ac9e-4186-a41e-395274e1b189" providerId="ADAL" clId="{9B2BFCF3-BB9D-4917-9B53-4ED52D43BFF8}" dt="2026-02-28T03:42:39.725" v="462" actId="20577"/>
          <ac:spMkLst>
            <pc:docMk/>
            <pc:sldMk cId="1737983012" sldId="259"/>
            <ac:spMk id="2" creationId="{1B37D3A7-F074-973B-9C74-FA6A847ABF80}"/>
          </ac:spMkLst>
        </pc:spChg>
      </pc:sldChg>
      <pc:sldChg chg="addSp delSp modSp mod">
        <pc:chgData name="sravanthi Vennapusa" userId="06105391-ac9e-4186-a41e-395274e1b189" providerId="ADAL" clId="{9B2BFCF3-BB9D-4917-9B53-4ED52D43BFF8}" dt="2026-02-28T03:42:53.235" v="465" actId="20577"/>
        <pc:sldMkLst>
          <pc:docMk/>
          <pc:sldMk cId="2625977509" sldId="260"/>
        </pc:sldMkLst>
        <pc:spChg chg="mod">
          <ac:chgData name="sravanthi Vennapusa" userId="06105391-ac9e-4186-a41e-395274e1b189" providerId="ADAL" clId="{9B2BFCF3-BB9D-4917-9B53-4ED52D43BFF8}" dt="2026-02-28T03:42:53.235" v="465" actId="20577"/>
          <ac:spMkLst>
            <pc:docMk/>
            <pc:sldMk cId="2625977509" sldId="260"/>
            <ac:spMk id="2" creationId="{7D30AF54-95BA-A27A-881F-F6A53C162581}"/>
          </ac:spMkLst>
        </pc:spChg>
        <pc:picChg chg="add mod ord">
          <ac:chgData name="sravanthi Vennapusa" userId="06105391-ac9e-4186-a41e-395274e1b189" providerId="ADAL" clId="{9B2BFCF3-BB9D-4917-9B53-4ED52D43BFF8}" dt="2026-02-19T05:29:11.823" v="153" actId="14100"/>
          <ac:picMkLst>
            <pc:docMk/>
            <pc:sldMk cId="2625977509" sldId="260"/>
            <ac:picMk id="9" creationId="{797F12F5-F1ED-3E75-8C6B-D309515F0D82}"/>
          </ac:picMkLst>
        </pc:picChg>
      </pc:sldChg>
      <pc:sldChg chg="modSp mod">
        <pc:chgData name="sravanthi Vennapusa" userId="06105391-ac9e-4186-a41e-395274e1b189" providerId="ADAL" clId="{9B2BFCF3-BB9D-4917-9B53-4ED52D43BFF8}" dt="2026-02-28T03:43:09.643" v="467"/>
        <pc:sldMkLst>
          <pc:docMk/>
          <pc:sldMk cId="266445588" sldId="261"/>
        </pc:sldMkLst>
        <pc:spChg chg="mod">
          <ac:chgData name="sravanthi Vennapusa" userId="06105391-ac9e-4186-a41e-395274e1b189" providerId="ADAL" clId="{9B2BFCF3-BB9D-4917-9B53-4ED52D43BFF8}" dt="2026-02-28T03:43:09.643" v="467"/>
          <ac:spMkLst>
            <pc:docMk/>
            <pc:sldMk cId="266445588" sldId="261"/>
            <ac:spMk id="2" creationId="{430E7D0E-A5A7-2039-8736-F92B54706500}"/>
          </ac:spMkLst>
        </pc:spChg>
      </pc:sldChg>
      <pc:sldChg chg="modSp mod">
        <pc:chgData name="sravanthi Vennapusa" userId="06105391-ac9e-4186-a41e-395274e1b189" providerId="ADAL" clId="{9B2BFCF3-BB9D-4917-9B53-4ED52D43BFF8}" dt="2026-02-28T03:43:13.550" v="468"/>
        <pc:sldMkLst>
          <pc:docMk/>
          <pc:sldMk cId="3909127409" sldId="262"/>
        </pc:sldMkLst>
        <pc:spChg chg="mod">
          <ac:chgData name="sravanthi Vennapusa" userId="06105391-ac9e-4186-a41e-395274e1b189" providerId="ADAL" clId="{9B2BFCF3-BB9D-4917-9B53-4ED52D43BFF8}" dt="2026-02-28T03:43:13.550" v="468"/>
          <ac:spMkLst>
            <pc:docMk/>
            <pc:sldMk cId="3909127409" sldId="262"/>
            <ac:spMk id="2" creationId="{D9702A92-8BF8-7B06-7EEC-5A92F82A8AE9}"/>
          </ac:spMkLst>
        </pc:spChg>
      </pc:sldChg>
      <pc:sldChg chg="addSp delSp modSp mod">
        <pc:chgData name="sravanthi Vennapusa" userId="06105391-ac9e-4186-a41e-395274e1b189" providerId="ADAL" clId="{9B2BFCF3-BB9D-4917-9B53-4ED52D43BFF8}" dt="2026-02-28T03:43:18.186" v="469"/>
        <pc:sldMkLst>
          <pc:docMk/>
          <pc:sldMk cId="816529336" sldId="263"/>
        </pc:sldMkLst>
        <pc:spChg chg="mod">
          <ac:chgData name="sravanthi Vennapusa" userId="06105391-ac9e-4186-a41e-395274e1b189" providerId="ADAL" clId="{9B2BFCF3-BB9D-4917-9B53-4ED52D43BFF8}" dt="2026-02-28T03:43:18.186" v="469"/>
          <ac:spMkLst>
            <pc:docMk/>
            <pc:sldMk cId="816529336" sldId="263"/>
            <ac:spMk id="2" creationId="{DC5B484C-CD90-3093-B75A-4BAFAAB5E695}"/>
          </ac:spMkLst>
        </pc:spChg>
        <pc:picChg chg="add mod ord">
          <ac:chgData name="sravanthi Vennapusa" userId="06105391-ac9e-4186-a41e-395274e1b189" providerId="ADAL" clId="{9B2BFCF3-BB9D-4917-9B53-4ED52D43BFF8}" dt="2026-02-19T05:26:15.874" v="107" actId="14100"/>
          <ac:picMkLst>
            <pc:docMk/>
            <pc:sldMk cId="816529336" sldId="263"/>
            <ac:picMk id="9" creationId="{0D0ACC43-44D2-9B42-1C3C-CF54E0A74FC1}"/>
          </ac:picMkLst>
        </pc:picChg>
      </pc:sldChg>
      <pc:sldChg chg="addSp delSp modSp mod">
        <pc:chgData name="sravanthi Vennapusa" userId="06105391-ac9e-4186-a41e-395274e1b189" providerId="ADAL" clId="{9B2BFCF3-BB9D-4917-9B53-4ED52D43BFF8}" dt="2026-02-28T03:43:28.552" v="471"/>
        <pc:sldMkLst>
          <pc:docMk/>
          <pc:sldMk cId="3708296880" sldId="264"/>
        </pc:sldMkLst>
        <pc:spChg chg="mod">
          <ac:chgData name="sravanthi Vennapusa" userId="06105391-ac9e-4186-a41e-395274e1b189" providerId="ADAL" clId="{9B2BFCF3-BB9D-4917-9B53-4ED52D43BFF8}" dt="2026-02-28T03:43:28.552" v="471"/>
          <ac:spMkLst>
            <pc:docMk/>
            <pc:sldMk cId="3708296880" sldId="264"/>
            <ac:spMk id="2" creationId="{BC7D3D2D-78EA-1CDF-E13B-19DB57218BD1}"/>
          </ac:spMkLst>
        </pc:spChg>
        <pc:picChg chg="add mod ord">
          <ac:chgData name="sravanthi Vennapusa" userId="06105391-ac9e-4186-a41e-395274e1b189" providerId="ADAL" clId="{9B2BFCF3-BB9D-4917-9B53-4ED52D43BFF8}" dt="2026-02-19T05:19:46.222" v="3" actId="1076"/>
          <ac:picMkLst>
            <pc:docMk/>
            <pc:sldMk cId="3708296880" sldId="264"/>
            <ac:picMk id="5" creationId="{6B62F5C9-E8AE-060E-502E-B2E08FC57A03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32.449" v="472"/>
        <pc:sldMkLst>
          <pc:docMk/>
          <pc:sldMk cId="1853841875" sldId="265"/>
        </pc:sldMkLst>
        <pc:spChg chg="mod">
          <ac:chgData name="sravanthi Vennapusa" userId="06105391-ac9e-4186-a41e-395274e1b189" providerId="ADAL" clId="{9B2BFCF3-BB9D-4917-9B53-4ED52D43BFF8}" dt="2026-02-28T03:43:32.449" v="472"/>
          <ac:spMkLst>
            <pc:docMk/>
            <pc:sldMk cId="1853841875" sldId="265"/>
            <ac:spMk id="2" creationId="{C58BF61F-0F39-1115-2C5E-85C8363C14A9}"/>
          </ac:spMkLst>
        </pc:spChg>
        <pc:picChg chg="add mod ord">
          <ac:chgData name="sravanthi Vennapusa" userId="06105391-ac9e-4186-a41e-395274e1b189" providerId="ADAL" clId="{9B2BFCF3-BB9D-4917-9B53-4ED52D43BFF8}" dt="2026-02-19T05:27:55.884" v="129" actId="14100"/>
          <ac:picMkLst>
            <pc:docMk/>
            <pc:sldMk cId="1853841875" sldId="265"/>
            <ac:picMk id="9" creationId="{F996DEFE-F344-427D-F197-0DBC91DE78CD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40.890" v="474"/>
        <pc:sldMkLst>
          <pc:docMk/>
          <pc:sldMk cId="2356555990" sldId="266"/>
        </pc:sldMkLst>
        <pc:spChg chg="mod">
          <ac:chgData name="sravanthi Vennapusa" userId="06105391-ac9e-4186-a41e-395274e1b189" providerId="ADAL" clId="{9B2BFCF3-BB9D-4917-9B53-4ED52D43BFF8}" dt="2026-02-28T03:43:40.890" v="474"/>
          <ac:spMkLst>
            <pc:docMk/>
            <pc:sldMk cId="2356555990" sldId="266"/>
            <ac:spMk id="2" creationId="{594E2EBB-B788-DFE2-0F4A-EE95A7095520}"/>
          </ac:spMkLst>
        </pc:spChg>
        <pc:picChg chg="add mod ord">
          <ac:chgData name="sravanthi Vennapusa" userId="06105391-ac9e-4186-a41e-395274e1b189" providerId="ADAL" clId="{9B2BFCF3-BB9D-4917-9B53-4ED52D43BFF8}" dt="2026-02-19T05:22:13.241" v="31" actId="1076"/>
          <ac:picMkLst>
            <pc:docMk/>
            <pc:sldMk cId="2356555990" sldId="266"/>
            <ac:picMk id="11" creationId="{43F472AE-450F-8BAA-9BD2-84F7B86B6417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45.703" v="475"/>
        <pc:sldMkLst>
          <pc:docMk/>
          <pc:sldMk cId="2066723271" sldId="267"/>
        </pc:sldMkLst>
        <pc:spChg chg="mod">
          <ac:chgData name="sravanthi Vennapusa" userId="06105391-ac9e-4186-a41e-395274e1b189" providerId="ADAL" clId="{9B2BFCF3-BB9D-4917-9B53-4ED52D43BFF8}" dt="2026-02-28T03:43:45.703" v="475"/>
          <ac:spMkLst>
            <pc:docMk/>
            <pc:sldMk cId="2066723271" sldId="267"/>
            <ac:spMk id="2" creationId="{08BEB8CE-9636-DDE1-A2D6-FD8D3EA6506B}"/>
          </ac:spMkLst>
        </pc:spChg>
        <pc:picChg chg="add mod ord">
          <ac:chgData name="sravanthi Vennapusa" userId="06105391-ac9e-4186-a41e-395274e1b189" providerId="ADAL" clId="{9B2BFCF3-BB9D-4917-9B53-4ED52D43BFF8}" dt="2026-02-19T05:23:46.614" v="38" actId="1076"/>
          <ac:picMkLst>
            <pc:docMk/>
            <pc:sldMk cId="2066723271" sldId="267"/>
            <ac:picMk id="9" creationId="{7BFC8AA2-CE0E-0082-65F9-D47BCF9C4E55}"/>
          </ac:picMkLst>
        </pc:picChg>
        <pc:picChg chg="add mod">
          <ac:chgData name="sravanthi Vennapusa" userId="06105391-ac9e-4186-a41e-395274e1b189" providerId="ADAL" clId="{9B2BFCF3-BB9D-4917-9B53-4ED52D43BFF8}" dt="2026-02-19T05:24:06.297" v="40" actId="1076"/>
          <ac:picMkLst>
            <pc:docMk/>
            <pc:sldMk cId="2066723271" sldId="267"/>
            <ac:picMk id="11" creationId="{20E9C4B1-6C48-8A2E-863B-99998FE17E7D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52.697" v="476"/>
        <pc:sldMkLst>
          <pc:docMk/>
          <pc:sldMk cId="2523798392" sldId="268"/>
        </pc:sldMkLst>
        <pc:spChg chg="mod">
          <ac:chgData name="sravanthi Vennapusa" userId="06105391-ac9e-4186-a41e-395274e1b189" providerId="ADAL" clId="{9B2BFCF3-BB9D-4917-9B53-4ED52D43BFF8}" dt="2026-02-28T03:43:52.697" v="476"/>
          <ac:spMkLst>
            <pc:docMk/>
            <pc:sldMk cId="2523798392" sldId="268"/>
            <ac:spMk id="2" creationId="{DD7D448D-138E-AEF6-2344-5FDD56083DF5}"/>
          </ac:spMkLst>
        </pc:spChg>
        <pc:picChg chg="add mod ord">
          <ac:chgData name="sravanthi Vennapusa" userId="06105391-ac9e-4186-a41e-395274e1b189" providerId="ADAL" clId="{9B2BFCF3-BB9D-4917-9B53-4ED52D43BFF8}" dt="2026-02-19T05:24:35.221" v="47" actId="14100"/>
          <ac:picMkLst>
            <pc:docMk/>
            <pc:sldMk cId="2523798392" sldId="268"/>
            <ac:picMk id="5" creationId="{42871A0B-96D0-E811-226C-D79DC68D1BB8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56.104" v="477"/>
        <pc:sldMkLst>
          <pc:docMk/>
          <pc:sldMk cId="2428672114" sldId="269"/>
        </pc:sldMkLst>
        <pc:spChg chg="mod">
          <ac:chgData name="sravanthi Vennapusa" userId="06105391-ac9e-4186-a41e-395274e1b189" providerId="ADAL" clId="{9B2BFCF3-BB9D-4917-9B53-4ED52D43BFF8}" dt="2026-02-28T03:43:56.104" v="477"/>
          <ac:spMkLst>
            <pc:docMk/>
            <pc:sldMk cId="2428672114" sldId="269"/>
            <ac:spMk id="2" creationId="{0FA235A9-8E91-EFF6-FB05-86F4A3383540}"/>
          </ac:spMkLst>
        </pc:spChg>
        <pc:picChg chg="add mod ord">
          <ac:chgData name="sravanthi Vennapusa" userId="06105391-ac9e-4186-a41e-395274e1b189" providerId="ADAL" clId="{9B2BFCF3-BB9D-4917-9B53-4ED52D43BFF8}" dt="2026-02-19T05:31:18.384" v="183" actId="14100"/>
          <ac:picMkLst>
            <pc:docMk/>
            <pc:sldMk cId="2428672114" sldId="269"/>
            <ac:picMk id="9" creationId="{02B97326-2A86-CF7C-B516-523A782B791B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23.402" v="470"/>
        <pc:sldMkLst>
          <pc:docMk/>
          <pc:sldMk cId="1929907418" sldId="270"/>
        </pc:sldMkLst>
        <pc:spChg chg="mod">
          <ac:chgData name="sravanthi Vennapusa" userId="06105391-ac9e-4186-a41e-395274e1b189" providerId="ADAL" clId="{9B2BFCF3-BB9D-4917-9B53-4ED52D43BFF8}" dt="2026-02-28T03:43:23.402" v="470"/>
          <ac:spMkLst>
            <pc:docMk/>
            <pc:sldMk cId="1929907418" sldId="270"/>
            <ac:spMk id="2" creationId="{5D6CA969-D79E-1589-AB1B-9F125191E69E}"/>
          </ac:spMkLst>
        </pc:spChg>
        <pc:picChg chg="add mod ord">
          <ac:chgData name="sravanthi Vennapusa" userId="06105391-ac9e-4186-a41e-395274e1b189" providerId="ADAL" clId="{9B2BFCF3-BB9D-4917-9B53-4ED52D43BFF8}" dt="2026-02-19T05:27:15.258" v="112" actId="14100"/>
          <ac:picMkLst>
            <pc:docMk/>
            <pc:sldMk cId="1929907418" sldId="270"/>
            <ac:picMk id="5" creationId="{0DB406B0-A478-F48E-346D-AA7C29FB5E05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36.978" v="473"/>
        <pc:sldMkLst>
          <pc:docMk/>
          <pc:sldMk cId="4228835699" sldId="271"/>
        </pc:sldMkLst>
        <pc:spChg chg="mod">
          <ac:chgData name="sravanthi Vennapusa" userId="06105391-ac9e-4186-a41e-395274e1b189" providerId="ADAL" clId="{9B2BFCF3-BB9D-4917-9B53-4ED52D43BFF8}" dt="2026-02-28T03:43:36.978" v="473"/>
          <ac:spMkLst>
            <pc:docMk/>
            <pc:sldMk cId="4228835699" sldId="271"/>
            <ac:spMk id="2" creationId="{CEAE3343-1211-F943-C47F-D06C94D58397}"/>
          </ac:spMkLst>
        </pc:spChg>
        <pc:picChg chg="add mod ord">
          <ac:chgData name="sravanthi Vennapusa" userId="06105391-ac9e-4186-a41e-395274e1b189" providerId="ADAL" clId="{9B2BFCF3-BB9D-4917-9B53-4ED52D43BFF8}" dt="2026-02-19T05:28:21.737" v="134" actId="14100"/>
          <ac:picMkLst>
            <pc:docMk/>
            <pc:sldMk cId="4228835699" sldId="271"/>
            <ac:picMk id="5" creationId="{993A35AD-D7C1-0301-3730-1F74D989B431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3:04.643" v="466"/>
        <pc:sldMkLst>
          <pc:docMk/>
          <pc:sldMk cId="3313024731" sldId="272"/>
        </pc:sldMkLst>
        <pc:spChg chg="mod">
          <ac:chgData name="sravanthi Vennapusa" userId="06105391-ac9e-4186-a41e-395274e1b189" providerId="ADAL" clId="{9B2BFCF3-BB9D-4917-9B53-4ED52D43BFF8}" dt="2026-02-28T03:43:04.643" v="466"/>
          <ac:spMkLst>
            <pc:docMk/>
            <pc:sldMk cId="3313024731" sldId="272"/>
            <ac:spMk id="2" creationId="{092C9E71-477A-6B51-DCAF-6D192132F9B0}"/>
          </ac:spMkLst>
        </pc:spChg>
        <pc:picChg chg="add mod ord">
          <ac:chgData name="sravanthi Vennapusa" userId="06105391-ac9e-4186-a41e-395274e1b189" providerId="ADAL" clId="{9B2BFCF3-BB9D-4917-9B53-4ED52D43BFF8}" dt="2026-02-19T05:29:56.345" v="161" actId="14100"/>
          <ac:picMkLst>
            <pc:docMk/>
            <pc:sldMk cId="3313024731" sldId="272"/>
            <ac:picMk id="5" creationId="{EA0DEAF5-32DD-588C-69D0-0183A98C358F}"/>
          </ac:picMkLst>
        </pc:picChg>
      </pc:sldChg>
      <pc:sldChg chg="addSp delSp modSp new mod">
        <pc:chgData name="sravanthi Vennapusa" userId="06105391-ac9e-4186-a41e-395274e1b189" providerId="ADAL" clId="{9B2BFCF3-BB9D-4917-9B53-4ED52D43BFF8}" dt="2026-02-28T03:44:01.093" v="478"/>
        <pc:sldMkLst>
          <pc:docMk/>
          <pc:sldMk cId="2970640681" sldId="273"/>
        </pc:sldMkLst>
        <pc:spChg chg="mod">
          <ac:chgData name="sravanthi Vennapusa" userId="06105391-ac9e-4186-a41e-395274e1b189" providerId="ADAL" clId="{9B2BFCF3-BB9D-4917-9B53-4ED52D43BFF8}" dt="2026-02-28T03:44:01.093" v="478"/>
          <ac:spMkLst>
            <pc:docMk/>
            <pc:sldMk cId="2970640681" sldId="273"/>
            <ac:spMk id="2" creationId="{D4E911DD-252F-B35C-8802-87110FC7D4C6}"/>
          </ac:spMkLst>
        </pc:spChg>
        <pc:picChg chg="add mod ord">
          <ac:chgData name="sravanthi Vennapusa" userId="06105391-ac9e-4186-a41e-395274e1b189" providerId="ADAL" clId="{9B2BFCF3-BB9D-4917-9B53-4ED52D43BFF8}" dt="2026-02-19T05:31:55.816" v="193" actId="14100"/>
          <ac:picMkLst>
            <pc:docMk/>
            <pc:sldMk cId="2970640681" sldId="273"/>
            <ac:picMk id="5" creationId="{ABEE68CF-D0FF-6DC2-8461-56928BCB3C14}"/>
          </ac:picMkLst>
        </pc:picChg>
      </pc:sldChg>
      <pc:sldChg chg="addSp modSp new mod">
        <pc:chgData name="sravanthi Vennapusa" userId="06105391-ac9e-4186-a41e-395274e1b189" providerId="ADAL" clId="{9B2BFCF3-BB9D-4917-9B53-4ED52D43BFF8}" dt="2026-02-28T03:45:30.359" v="480" actId="12"/>
        <pc:sldMkLst>
          <pc:docMk/>
          <pc:sldMk cId="4228173344" sldId="274"/>
        </pc:sldMkLst>
        <pc:spChg chg="mod">
          <ac:chgData name="sravanthi Vennapusa" userId="06105391-ac9e-4186-a41e-395274e1b189" providerId="ADAL" clId="{9B2BFCF3-BB9D-4917-9B53-4ED52D43BFF8}" dt="2026-02-28T03:41:14.602" v="395" actId="20577"/>
          <ac:spMkLst>
            <pc:docMk/>
            <pc:sldMk cId="4228173344" sldId="274"/>
            <ac:spMk id="2" creationId="{2443E9A6-11D2-F365-8293-9F0ECE2F354A}"/>
          </ac:spMkLst>
        </pc:spChg>
        <pc:spChg chg="mod">
          <ac:chgData name="sravanthi Vennapusa" userId="06105391-ac9e-4186-a41e-395274e1b189" providerId="ADAL" clId="{9B2BFCF3-BB9D-4917-9B53-4ED52D43BFF8}" dt="2026-02-19T05:35:14.047" v="232" actId="12"/>
          <ac:spMkLst>
            <pc:docMk/>
            <pc:sldMk cId="4228173344" sldId="274"/>
            <ac:spMk id="3" creationId="{D564E675-5AE3-4CBE-334F-7EEF864A9DD3}"/>
          </ac:spMkLst>
        </pc:spChg>
        <pc:spChg chg="add mod">
          <ac:chgData name="sravanthi Vennapusa" userId="06105391-ac9e-4186-a41e-395274e1b189" providerId="ADAL" clId="{9B2BFCF3-BB9D-4917-9B53-4ED52D43BFF8}" dt="2026-02-28T03:45:30.359" v="480" actId="12"/>
          <ac:spMkLst>
            <pc:docMk/>
            <pc:sldMk cId="4228173344" sldId="274"/>
            <ac:spMk id="5" creationId="{211C3D51-E12B-E803-BDAE-D39952FBAC4C}"/>
          </ac:spMkLst>
        </pc:spChg>
      </pc:sldChg>
      <pc:sldChg chg="addSp delSp modSp new mod">
        <pc:chgData name="sravanthi Vennapusa" userId="06105391-ac9e-4186-a41e-395274e1b189" providerId="ADAL" clId="{9B2BFCF3-BB9D-4917-9B53-4ED52D43BFF8}" dt="2026-02-19T05:37:31.025" v="252" actId="1076"/>
        <pc:sldMkLst>
          <pc:docMk/>
          <pc:sldMk cId="2128981355" sldId="275"/>
        </pc:sldMkLst>
        <pc:spChg chg="mod">
          <ac:chgData name="sravanthi Vennapusa" userId="06105391-ac9e-4186-a41e-395274e1b189" providerId="ADAL" clId="{9B2BFCF3-BB9D-4917-9B53-4ED52D43BFF8}" dt="2026-02-19T05:37:05.727" v="246" actId="20577"/>
          <ac:spMkLst>
            <pc:docMk/>
            <pc:sldMk cId="2128981355" sldId="275"/>
            <ac:spMk id="2" creationId="{6E66F9BC-4AA2-5848-4BC2-EA914655EA55}"/>
          </ac:spMkLst>
        </pc:spChg>
        <pc:picChg chg="add mod">
          <ac:chgData name="sravanthi Vennapusa" userId="06105391-ac9e-4186-a41e-395274e1b189" providerId="ADAL" clId="{9B2BFCF3-BB9D-4917-9B53-4ED52D43BFF8}" dt="2026-02-19T05:37:31.025" v="252" actId="1076"/>
          <ac:picMkLst>
            <pc:docMk/>
            <pc:sldMk cId="2128981355" sldId="275"/>
            <ac:picMk id="4" creationId="{B096B087-FC48-1B1B-5A5C-B797A710313C}"/>
          </ac:picMkLst>
        </pc:picChg>
      </pc:sldChg>
      <pc:sldChg chg="modSp new mod">
        <pc:chgData name="sravanthi Vennapusa" userId="06105391-ac9e-4186-a41e-395274e1b189" providerId="ADAL" clId="{9B2BFCF3-BB9D-4917-9B53-4ED52D43BFF8}" dt="2026-02-28T03:41:44.811" v="418" actId="20577"/>
        <pc:sldMkLst>
          <pc:docMk/>
          <pc:sldMk cId="1068049517" sldId="276"/>
        </pc:sldMkLst>
        <pc:spChg chg="mod">
          <ac:chgData name="sravanthi Vennapusa" userId="06105391-ac9e-4186-a41e-395274e1b189" providerId="ADAL" clId="{9B2BFCF3-BB9D-4917-9B53-4ED52D43BFF8}" dt="2026-02-28T03:39:48.161" v="284" actId="20577"/>
          <ac:spMkLst>
            <pc:docMk/>
            <pc:sldMk cId="1068049517" sldId="276"/>
            <ac:spMk id="2" creationId="{AECFFD50-40F2-3A18-98F9-7708DC1571FD}"/>
          </ac:spMkLst>
        </pc:spChg>
        <pc:spChg chg="mod">
          <ac:chgData name="sravanthi Vennapusa" userId="06105391-ac9e-4186-a41e-395274e1b189" providerId="ADAL" clId="{9B2BFCF3-BB9D-4917-9B53-4ED52D43BFF8}" dt="2026-02-28T03:41:44.811" v="418" actId="20577"/>
          <ac:spMkLst>
            <pc:docMk/>
            <pc:sldMk cId="1068049517" sldId="276"/>
            <ac:spMk id="3" creationId="{E5F1291A-45D2-7086-8C0E-E64EC9110C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203B-F8FF-BE7C-D492-2E2A52974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FIFO Depth 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3CFFE-6F98-B517-DD3B-FA4FC21B7F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sravanthi</a:t>
            </a:r>
          </a:p>
          <a:p>
            <a:r>
              <a:rPr lang="en-IN" dirty="0" err="1"/>
              <a:t>Chipweave</a:t>
            </a:r>
            <a:r>
              <a:rPr lang="en-IN" dirty="0"/>
              <a:t>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26229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FD50-40F2-3A18-98F9-7708DC15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291A-45D2-7086-8C0E-E64EC9110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DEFINITIONS</a:t>
            </a:r>
          </a:p>
          <a:p>
            <a:r>
              <a:rPr lang="en-IN" dirty="0"/>
              <a:t>FIFO DEPTH CALCULATION</a:t>
            </a:r>
          </a:p>
        </p:txBody>
      </p:sp>
    </p:spTree>
    <p:extLst>
      <p:ext uri="{BB962C8B-B14F-4D97-AF65-F5344CB8AC3E}">
        <p14:creationId xmlns:p14="http://schemas.microsoft.com/office/powerpoint/2010/main" val="106804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5891-AC95-3CB0-F781-813095B4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885" y="973668"/>
            <a:ext cx="8761413" cy="706964"/>
          </a:xfrm>
        </p:spPr>
        <p:txBody>
          <a:bodyPr/>
          <a:lstStyle/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98D0-37AC-4A22-0A57-B59E3B16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depth (size) of the FIFO should be in such a way that, the FIFO can store all the data which is not read by the slower module. </a:t>
            </a:r>
          </a:p>
          <a:p>
            <a:r>
              <a:rPr lang="en-US" dirty="0"/>
              <a:t>FIFO depth will be equal to the no. of data items that are left without reading.</a:t>
            </a:r>
          </a:p>
          <a:p>
            <a:r>
              <a:rPr lang="en-US" dirty="0"/>
              <a:t>The following examples describe the different possible scenarios in which Asynchronous FIFO is required. In the following examples, I considered that, the module ‘A’ wants to send some data to the module ‘B’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7004A-06DB-4B3A-E4D8-694726C4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76" y="4773822"/>
            <a:ext cx="5845047" cy="172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E9A6-11D2-F365-8293-9F0ECE2F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4E675-5AE3-4CBE-334F-7EEF864A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to know the burst rate, burst size, frequencies, etc. to determine the appropriate size of FIFO.</a:t>
            </a:r>
          </a:p>
          <a:p>
            <a:r>
              <a:rPr lang="en-US" b="1" dirty="0"/>
              <a:t> Burst size :</a:t>
            </a:r>
            <a:r>
              <a:rPr lang="en-US" dirty="0"/>
              <a:t>How many data items come together in one burst</a:t>
            </a:r>
          </a:p>
          <a:p>
            <a:pPr marL="0" indent="0">
              <a:buNone/>
            </a:pPr>
            <a:r>
              <a:rPr lang="en-US" dirty="0"/>
              <a:t>    Example: 120 packets sent continuously → burst size = </a:t>
            </a:r>
            <a:r>
              <a:rPr lang="en-US" b="1" dirty="0"/>
              <a:t>120</a:t>
            </a:r>
            <a:endParaRPr lang="en-US" dirty="0"/>
          </a:p>
          <a:p>
            <a:r>
              <a:rPr lang="en-US" b="1" dirty="0"/>
              <a:t>Burst </a:t>
            </a:r>
            <a:r>
              <a:rPr lang="en-US" b="1" dirty="0" err="1"/>
              <a:t>rate:</a:t>
            </a:r>
            <a:r>
              <a:rPr lang="en-US" dirty="0" err="1"/>
              <a:t>How</a:t>
            </a:r>
            <a:r>
              <a:rPr lang="en-US" dirty="0"/>
              <a:t> often bursts occur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Example:One</a:t>
            </a:r>
            <a:r>
              <a:rPr lang="en-US" dirty="0"/>
              <a:t> burst every 1 </a:t>
            </a:r>
            <a:r>
              <a:rPr lang="en-US" dirty="0" err="1"/>
              <a:t>ms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1C3D51-E12B-E803-BDAE-D39952FBA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629" y="5065264"/>
            <a:ext cx="60346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clock frequency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how fast data is written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clock frequency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how fast data is read</a:t>
            </a:r>
          </a:p>
        </p:txBody>
      </p:sp>
    </p:spTree>
    <p:extLst>
      <p:ext uri="{BB962C8B-B14F-4D97-AF65-F5344CB8AC3E}">
        <p14:creationId xmlns:p14="http://schemas.microsoft.com/office/powerpoint/2010/main" val="422817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20EC-4AE8-CB90-BC2A-88213157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     FIFO Depth Calculation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FI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1E0FD-266C-3633-490D-81CB1BFDF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85" y="2603499"/>
            <a:ext cx="8761413" cy="406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2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D3A7-F074-973B-9C74-FA6A847A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FIFO Depth Calculation(Contd..)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9EA1EB-98A8-7846-1E68-A39AE34DB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040" y="2889857"/>
            <a:ext cx="7747241" cy="324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AF54-95BA-A27A-881F-F6A53C16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FIFO Depth Calculation(Contd..)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7F12F5-F1ED-3E75-8C6B-D309515F0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6914" y="2875155"/>
            <a:ext cx="8479453" cy="34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7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9E71-477A-6B51-DCAF-6D192132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DEAF5-32DD-588C-69D0-0183A98C3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677887"/>
            <a:ext cx="9483110" cy="346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2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7D0E-A5A7-2039-8736-F92B5470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E8D744-3D0C-F8DA-C773-89CEA0212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330" y="2603500"/>
            <a:ext cx="686965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5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2A92-8BF8-7B06-7EEC-5A92F82A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CFFC1E-A0A3-AFF4-18D0-474659779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029" y="2862088"/>
            <a:ext cx="8330151" cy="38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2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484C-CD90-3093-B75A-4BAFAAB5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0ACC43-44D2-9B42-1C3C-CF54E0A74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557" y="2669397"/>
            <a:ext cx="7410310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9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A969-D79E-1589-AB1B-9F125191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406B0-A478-F48E-346D-AA7C29FB5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064" y="2932310"/>
            <a:ext cx="8422303" cy="349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07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3D2D-78EA-1CDF-E13B-19DB5721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2F5C9-E8AE-060E-502E-B2E08FC57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3293" y="2663995"/>
            <a:ext cx="7486517" cy="354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9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BF61F-0F39-1115-2C5E-85C8363C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96DEFE-F344-427D-F197-0DBC91DE7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222" y="2764655"/>
            <a:ext cx="8761412" cy="38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41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3343-1211-F943-C47F-D06C94D5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A35AD-D7C1-0301-3730-1F74D989B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129" y="3042809"/>
            <a:ext cx="8071238" cy="33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35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2EBB-B788-DFE2-0F4A-EE95A709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3F472AE-450F-8BAA-9BD2-84F7B86B6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104" y="2564937"/>
            <a:ext cx="7469111" cy="323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55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B8CE-9636-DDE1-A2D6-FD8D3EA6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FC8AA2-CE0E-0082-65F9-D47BCF9C4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8674" y="2619829"/>
            <a:ext cx="4736637" cy="3416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9C4B1-6C48-8A2E-863B-99998FE1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11" y="3594929"/>
            <a:ext cx="5029636" cy="17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2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448D-138E-AEF6-2344-5FDD5608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871A0B-96D0-E811-226C-D79DC68D1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271" y="2603500"/>
            <a:ext cx="8964386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98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35A9-8E91-EFF6-FB05-86F4A338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B97326-2A86-CF7C-B516-523A782B7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921" y="2951361"/>
            <a:ext cx="9075446" cy="31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7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11DD-252F-B35C-8802-87110FC7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r>
              <a:rPr lang="en-IN"/>
              <a:t>FIFO Depth Calculation(Contd..)</a:t>
            </a: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EE68CF-D0FF-6DC2-8461-56928BCB3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536" y="2759529"/>
            <a:ext cx="9519557" cy="37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64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F9BC-4AA2-5848-4BC2-EA914655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B096B087-FC48-1B1B-5A5C-B797A71031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461" y="0"/>
            <a:ext cx="12248461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9813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8" ma:contentTypeDescription="Create a new document." ma:contentTypeScope="" ma:versionID="3d24ed15395863622458c9612afe9077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bf5387ec6775c7ffa55b69cbb25365ff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Props1.xml><?xml version="1.0" encoding="utf-8"?>
<ds:datastoreItem xmlns:ds="http://schemas.openxmlformats.org/officeDocument/2006/customXml" ds:itemID="{4EA9795C-A12F-4524-8142-9976B2F298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E1ADDE-7B20-4C1D-9BDB-9E468A425A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DEB9CA-1585-4382-B189-829E0E4A9322}">
  <ds:schemaRefs>
    <ds:schemaRef ds:uri="http://purl.org/dc/terms/"/>
    <ds:schemaRef ds:uri="http://schemas.microsoft.com/office/2006/documentManagement/types"/>
    <ds:schemaRef ds:uri="ec91e78c-53b9-49d2-80fe-2267c9de2ac1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{5119D6F7-8300-4A42-AC6D-6E18C3E4D879}TF229edf6a-8a49-49ee-a0a6-5037052947485fb3ca0c-bc27bf41d645</Template>
  <TotalTime>43</TotalTime>
  <Words>477</Words>
  <Application>Microsoft Office PowerPoint</Application>
  <PresentationFormat>Widescreen</PresentationFormat>
  <Paragraphs>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Wingdings</vt:lpstr>
      <vt:lpstr>Wingdings 3</vt:lpstr>
      <vt:lpstr>Ion Boardroom</vt:lpstr>
      <vt:lpstr>FIFO Depth Calculation</vt:lpstr>
      <vt:lpstr>               Contents</vt:lpstr>
      <vt:lpstr>INTRODUCTION</vt:lpstr>
      <vt:lpstr>               DEFINITIONS</vt:lpstr>
      <vt:lpstr>          FIFO Depth Calculation      FI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FIFO Depth Calculation(Contd..)      </vt:lpstr>
      <vt:lpstr>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</cp:revision>
  <dcterms:created xsi:type="dcterms:W3CDTF">2026-02-19T05:00:06Z</dcterms:created>
  <dcterms:modified xsi:type="dcterms:W3CDTF">2026-02-28T03:45:36Z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