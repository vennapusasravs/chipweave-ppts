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4" r:id="rId3"/>
    <p:sldId id="257" r:id="rId4"/>
    <p:sldId id="258"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DB7635-AEBD-42D9-8E45-6C73AFE83D27}" v="169" dt="2026-02-23T11:21:38.1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94660"/>
  </p:normalViewPr>
  <p:slideViewPr>
    <p:cSldViewPr snapToGrid="0">
      <p:cViewPr varScale="1">
        <p:scale>
          <a:sx n="94" d="100"/>
          <a:sy n="94" d="100"/>
        </p:scale>
        <p:origin x="8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avanthi vennapusa" userId="302e7c8c7e7567a6" providerId="LiveId" clId="{9B2BFCF3-BB9D-4917-9B53-4ED52D43BFF8}"/>
    <pc:docChg chg="undo custSel addSld delSld modSld sldOrd">
      <pc:chgData name="sravanthi vennapusa" userId="302e7c8c7e7567a6" providerId="LiveId" clId="{9B2BFCF3-BB9D-4917-9B53-4ED52D43BFF8}" dt="2026-02-23T11:21:38.184" v="1627" actId="1076"/>
      <pc:docMkLst>
        <pc:docMk/>
      </pc:docMkLst>
      <pc:sldChg chg="modSp mod">
        <pc:chgData name="sravanthi vennapusa" userId="302e7c8c7e7567a6" providerId="LiveId" clId="{9B2BFCF3-BB9D-4917-9B53-4ED52D43BFF8}" dt="2026-02-23T10:07:20.115" v="747" actId="20577"/>
        <pc:sldMkLst>
          <pc:docMk/>
          <pc:sldMk cId="3180476904" sldId="256"/>
        </pc:sldMkLst>
        <pc:spChg chg="mod">
          <ac:chgData name="sravanthi vennapusa" userId="302e7c8c7e7567a6" providerId="LiveId" clId="{9B2BFCF3-BB9D-4917-9B53-4ED52D43BFF8}" dt="2026-02-23T10:07:20.115" v="747" actId="20577"/>
          <ac:spMkLst>
            <pc:docMk/>
            <pc:sldMk cId="3180476904" sldId="256"/>
            <ac:spMk id="2" creationId="{0116C415-0F68-F6E7-75EB-89D21EAFB4E9}"/>
          </ac:spMkLst>
        </pc:spChg>
        <pc:spChg chg="mod">
          <ac:chgData name="sravanthi vennapusa" userId="302e7c8c7e7567a6" providerId="LiveId" clId="{9B2BFCF3-BB9D-4917-9B53-4ED52D43BFF8}" dt="2026-02-23T03:15:14.394" v="713" actId="20577"/>
          <ac:spMkLst>
            <pc:docMk/>
            <pc:sldMk cId="3180476904" sldId="256"/>
            <ac:spMk id="3" creationId="{3B7783DA-E70F-05ED-1401-1528138E146A}"/>
          </ac:spMkLst>
        </pc:spChg>
      </pc:sldChg>
      <pc:sldChg chg="addSp delSp modSp mod">
        <pc:chgData name="sravanthi vennapusa" userId="302e7c8c7e7567a6" providerId="LiveId" clId="{9B2BFCF3-BB9D-4917-9B53-4ED52D43BFF8}" dt="2026-02-23T10:27:19.167" v="896" actId="20577"/>
        <pc:sldMkLst>
          <pc:docMk/>
          <pc:sldMk cId="2154618484" sldId="257"/>
        </pc:sldMkLst>
        <pc:spChg chg="del">
          <ac:chgData name="sravanthi vennapusa" userId="302e7c8c7e7567a6" providerId="LiveId" clId="{9B2BFCF3-BB9D-4917-9B53-4ED52D43BFF8}" dt="2026-02-23T10:27:11.828" v="868" actId="478"/>
          <ac:spMkLst>
            <pc:docMk/>
            <pc:sldMk cId="2154618484" sldId="257"/>
            <ac:spMk id="2" creationId="{E48054F8-6F5C-7F98-8CAB-17958D049C41}"/>
          </ac:spMkLst>
        </pc:spChg>
        <pc:spChg chg="add mod">
          <ac:chgData name="sravanthi vennapusa" userId="302e7c8c7e7567a6" providerId="LiveId" clId="{9B2BFCF3-BB9D-4917-9B53-4ED52D43BFF8}" dt="2026-02-23T10:27:19.167" v="896" actId="20577"/>
          <ac:spMkLst>
            <pc:docMk/>
            <pc:sldMk cId="2154618484" sldId="257"/>
            <ac:spMk id="5" creationId="{F9952456-4867-39F7-CCE1-BA5A04C4EA17}"/>
          </ac:spMkLst>
        </pc:spChg>
        <pc:graphicFrameChg chg="add del mod modGraphic">
          <ac:chgData name="sravanthi vennapusa" userId="302e7c8c7e7567a6" providerId="LiveId" clId="{9B2BFCF3-BB9D-4917-9B53-4ED52D43BFF8}" dt="2026-02-22T12:26:12.674" v="703" actId="3680"/>
          <ac:graphicFrameMkLst>
            <pc:docMk/>
            <pc:sldMk cId="2154618484" sldId="257"/>
            <ac:graphicFrameMk id="4" creationId="{14718BE3-05BE-B8CE-FDF9-CE3A1180E77B}"/>
          </ac:graphicFrameMkLst>
        </pc:graphicFrameChg>
        <pc:picChg chg="add mod">
          <ac:chgData name="sravanthi vennapusa" userId="302e7c8c7e7567a6" providerId="LiveId" clId="{9B2BFCF3-BB9D-4917-9B53-4ED52D43BFF8}" dt="2026-02-22T12:26:17.310" v="705" actId="1076"/>
          <ac:picMkLst>
            <pc:docMk/>
            <pc:sldMk cId="2154618484" sldId="257"/>
            <ac:picMk id="6" creationId="{DFA5386A-B47A-360B-0B60-D08E123AF191}"/>
          </ac:picMkLst>
        </pc:picChg>
      </pc:sldChg>
      <pc:sldChg chg="addSp delSp modSp mod ord">
        <pc:chgData name="sravanthi vennapusa" userId="302e7c8c7e7567a6" providerId="LiveId" clId="{9B2BFCF3-BB9D-4917-9B53-4ED52D43BFF8}" dt="2026-02-23T03:16:14.495" v="737" actId="20577"/>
        <pc:sldMkLst>
          <pc:docMk/>
          <pc:sldMk cId="3377233018" sldId="258"/>
        </pc:sldMkLst>
        <pc:spChg chg="mod">
          <ac:chgData name="sravanthi vennapusa" userId="302e7c8c7e7567a6" providerId="LiveId" clId="{9B2BFCF3-BB9D-4917-9B53-4ED52D43BFF8}" dt="2026-02-21T11:08:13.210" v="24" actId="255"/>
          <ac:spMkLst>
            <pc:docMk/>
            <pc:sldMk cId="3377233018" sldId="258"/>
            <ac:spMk id="2" creationId="{198BB881-2CB1-9932-8892-077128F123C3}"/>
          </ac:spMkLst>
        </pc:spChg>
        <pc:spChg chg="add mod">
          <ac:chgData name="sravanthi vennapusa" userId="302e7c8c7e7567a6" providerId="LiveId" clId="{9B2BFCF3-BB9D-4917-9B53-4ED52D43BFF8}" dt="2026-02-23T03:16:14.495" v="737" actId="20577"/>
          <ac:spMkLst>
            <pc:docMk/>
            <pc:sldMk cId="3377233018" sldId="258"/>
            <ac:spMk id="4" creationId="{DD88F2F1-E836-79D1-942D-3F88DAC592A7}"/>
          </ac:spMkLst>
        </pc:spChg>
        <pc:picChg chg="add mod">
          <ac:chgData name="sravanthi vennapusa" userId="302e7c8c7e7567a6" providerId="LiveId" clId="{9B2BFCF3-BB9D-4917-9B53-4ED52D43BFF8}" dt="2026-02-21T11:08:18.426" v="25" actId="1076"/>
          <ac:picMkLst>
            <pc:docMk/>
            <pc:sldMk cId="3377233018" sldId="258"/>
            <ac:picMk id="1028" creationId="{20C8CA4D-F1E4-38DB-5EC2-564FBEA0BC6B}"/>
          </ac:picMkLst>
        </pc:picChg>
      </pc:sldChg>
      <pc:sldChg chg="addSp modSp mod">
        <pc:chgData name="sravanthi vennapusa" userId="302e7c8c7e7567a6" providerId="LiveId" clId="{9B2BFCF3-BB9D-4917-9B53-4ED52D43BFF8}" dt="2026-02-21T11:14:30.522" v="81" actId="1076"/>
        <pc:sldMkLst>
          <pc:docMk/>
          <pc:sldMk cId="1853543959" sldId="260"/>
        </pc:sldMkLst>
        <pc:spChg chg="mod">
          <ac:chgData name="sravanthi vennapusa" userId="302e7c8c7e7567a6" providerId="LiveId" clId="{9B2BFCF3-BB9D-4917-9B53-4ED52D43BFF8}" dt="2026-02-21T11:13:40.347" v="77" actId="20577"/>
          <ac:spMkLst>
            <pc:docMk/>
            <pc:sldMk cId="1853543959" sldId="260"/>
            <ac:spMk id="2" creationId="{709E4030-060D-4E96-9248-4146FF0E8B23}"/>
          </ac:spMkLst>
        </pc:spChg>
        <pc:spChg chg="mod">
          <ac:chgData name="sravanthi vennapusa" userId="302e7c8c7e7567a6" providerId="LiveId" clId="{9B2BFCF3-BB9D-4917-9B53-4ED52D43BFF8}" dt="2026-02-21T11:14:22.149" v="78" actId="20577"/>
          <ac:spMkLst>
            <pc:docMk/>
            <pc:sldMk cId="1853543959" sldId="260"/>
            <ac:spMk id="4" creationId="{EF0B11E6-C226-9B33-EEC2-EA65088A7FAB}"/>
          </ac:spMkLst>
        </pc:spChg>
        <pc:picChg chg="add mod">
          <ac:chgData name="sravanthi vennapusa" userId="302e7c8c7e7567a6" providerId="LiveId" clId="{9B2BFCF3-BB9D-4917-9B53-4ED52D43BFF8}" dt="2026-02-21T11:14:30.522" v="81" actId="1076"/>
          <ac:picMkLst>
            <pc:docMk/>
            <pc:sldMk cId="1853543959" sldId="260"/>
            <ac:picMk id="3074" creationId="{06A015F5-BD0A-D230-A9AF-5B9EE032DA4F}"/>
          </ac:picMkLst>
        </pc:picChg>
      </pc:sldChg>
      <pc:sldChg chg="addSp modSp new mod">
        <pc:chgData name="sravanthi vennapusa" userId="302e7c8c7e7567a6" providerId="LiveId" clId="{9B2BFCF3-BB9D-4917-9B53-4ED52D43BFF8}" dt="2026-02-21T11:14:58.538" v="91" actId="20577"/>
        <pc:sldMkLst>
          <pc:docMk/>
          <pc:sldMk cId="230685539" sldId="261"/>
        </pc:sldMkLst>
        <pc:spChg chg="mod">
          <ac:chgData name="sravanthi vennapusa" userId="302e7c8c7e7567a6" providerId="LiveId" clId="{9B2BFCF3-BB9D-4917-9B53-4ED52D43BFF8}" dt="2026-02-21T11:10:01.041" v="55"/>
          <ac:spMkLst>
            <pc:docMk/>
            <pc:sldMk cId="230685539" sldId="261"/>
            <ac:spMk id="2" creationId="{34ECA13A-A99A-2EC9-46DF-7D5C8B6787D5}"/>
          </ac:spMkLst>
        </pc:spChg>
        <pc:spChg chg="mod">
          <ac:chgData name="sravanthi vennapusa" userId="302e7c8c7e7567a6" providerId="LiveId" clId="{9B2BFCF3-BB9D-4917-9B53-4ED52D43BFF8}" dt="2026-02-21T11:14:58.538" v="91" actId="20577"/>
          <ac:spMkLst>
            <pc:docMk/>
            <pc:sldMk cId="230685539" sldId="261"/>
            <ac:spMk id="3" creationId="{F1CFFA6F-B28C-7829-D224-B4A9A489D265}"/>
          </ac:spMkLst>
        </pc:spChg>
        <pc:picChg chg="add mod">
          <ac:chgData name="sravanthi vennapusa" userId="302e7c8c7e7567a6" providerId="LiveId" clId="{9B2BFCF3-BB9D-4917-9B53-4ED52D43BFF8}" dt="2026-02-21T11:12:38.700" v="72" actId="1076"/>
          <ac:picMkLst>
            <pc:docMk/>
            <pc:sldMk cId="230685539" sldId="261"/>
            <ac:picMk id="2056" creationId="{0AC66A31-354E-B7BE-F6FD-C3E34A154A31}"/>
          </ac:picMkLst>
        </pc:picChg>
      </pc:sldChg>
      <pc:sldChg chg="addSp delSp modSp new mod">
        <pc:chgData name="sravanthi vennapusa" userId="302e7c8c7e7567a6" providerId="LiveId" clId="{9B2BFCF3-BB9D-4917-9B53-4ED52D43BFF8}" dt="2026-02-23T10:32:13.783" v="1034" actId="20577"/>
        <pc:sldMkLst>
          <pc:docMk/>
          <pc:sldMk cId="2415501918" sldId="262"/>
        </pc:sldMkLst>
        <pc:spChg chg="mod">
          <ac:chgData name="sravanthi vennapusa" userId="302e7c8c7e7567a6" providerId="LiveId" clId="{9B2BFCF3-BB9D-4917-9B53-4ED52D43BFF8}" dt="2026-02-21T11:15:50.292" v="124" actId="20577"/>
          <ac:spMkLst>
            <pc:docMk/>
            <pc:sldMk cId="2415501918" sldId="262"/>
            <ac:spMk id="2" creationId="{97FEDFB5-1C14-7EEA-2320-CBE61B4B521C}"/>
          </ac:spMkLst>
        </pc:spChg>
        <pc:spChg chg="mod">
          <ac:chgData name="sravanthi vennapusa" userId="302e7c8c7e7567a6" providerId="LiveId" clId="{9B2BFCF3-BB9D-4917-9B53-4ED52D43BFF8}" dt="2026-02-21T11:16:08.500" v="127" actId="1076"/>
          <ac:spMkLst>
            <pc:docMk/>
            <pc:sldMk cId="2415501918" sldId="262"/>
            <ac:spMk id="3" creationId="{D4153A1D-CE80-F720-F3FF-3B8E8EDC0110}"/>
          </ac:spMkLst>
        </pc:spChg>
        <pc:spChg chg="add del">
          <ac:chgData name="sravanthi vennapusa" userId="302e7c8c7e7567a6" providerId="LiveId" clId="{9B2BFCF3-BB9D-4917-9B53-4ED52D43BFF8}" dt="2026-02-23T10:28:26.953" v="960" actId="22"/>
          <ac:spMkLst>
            <pc:docMk/>
            <pc:sldMk cId="2415501918" sldId="262"/>
            <ac:spMk id="5" creationId="{A4FEA08F-3DD5-D59E-4038-B8A1407867EA}"/>
          </ac:spMkLst>
        </pc:spChg>
        <pc:spChg chg="add del mod">
          <ac:chgData name="sravanthi vennapusa" userId="302e7c8c7e7567a6" providerId="LiveId" clId="{9B2BFCF3-BB9D-4917-9B53-4ED52D43BFF8}" dt="2026-02-23T10:32:13.783" v="1034" actId="20577"/>
          <ac:spMkLst>
            <pc:docMk/>
            <pc:sldMk cId="2415501918" sldId="262"/>
            <ac:spMk id="7" creationId="{5288E76F-53FA-3B07-C010-6A02A3368D78}"/>
          </ac:spMkLst>
        </pc:spChg>
        <pc:picChg chg="add mod">
          <ac:chgData name="sravanthi vennapusa" userId="302e7c8c7e7567a6" providerId="LiveId" clId="{9B2BFCF3-BB9D-4917-9B53-4ED52D43BFF8}" dt="2026-02-21T11:16:28.465" v="129" actId="1076"/>
          <ac:picMkLst>
            <pc:docMk/>
            <pc:sldMk cId="2415501918" sldId="262"/>
            <ac:picMk id="4100" creationId="{66CC55C0-29F9-34CC-DF7F-39D2D33054FF}"/>
          </ac:picMkLst>
        </pc:picChg>
      </pc:sldChg>
      <pc:sldChg chg="addSp modSp new mod">
        <pc:chgData name="sravanthi vennapusa" userId="302e7c8c7e7567a6" providerId="LiveId" clId="{9B2BFCF3-BB9D-4917-9B53-4ED52D43BFF8}" dt="2026-02-23T10:29:33.648" v="1022" actId="1076"/>
        <pc:sldMkLst>
          <pc:docMk/>
          <pc:sldMk cId="3903287083" sldId="263"/>
        </pc:sldMkLst>
        <pc:spChg chg="mod">
          <ac:chgData name="sravanthi vennapusa" userId="302e7c8c7e7567a6" providerId="LiveId" clId="{9B2BFCF3-BB9D-4917-9B53-4ED52D43BFF8}" dt="2026-02-23T10:29:33.648" v="1022" actId="1076"/>
          <ac:spMkLst>
            <pc:docMk/>
            <pc:sldMk cId="3903287083" sldId="263"/>
            <ac:spMk id="2" creationId="{43A9EFE1-08C8-DE24-225D-DB1EBDA384AA}"/>
          </ac:spMkLst>
        </pc:spChg>
        <pc:spChg chg="mod">
          <ac:chgData name="sravanthi vennapusa" userId="302e7c8c7e7567a6" providerId="LiveId" clId="{9B2BFCF3-BB9D-4917-9B53-4ED52D43BFF8}" dt="2026-02-21T12:10:34.181" v="602" actId="1076"/>
          <ac:spMkLst>
            <pc:docMk/>
            <pc:sldMk cId="3903287083" sldId="263"/>
            <ac:spMk id="3" creationId="{3D910614-0D54-E43E-5D5F-EE736C73B3A8}"/>
          </ac:spMkLst>
        </pc:spChg>
        <pc:picChg chg="add mod">
          <ac:chgData name="sravanthi vennapusa" userId="302e7c8c7e7567a6" providerId="LiveId" clId="{9B2BFCF3-BB9D-4917-9B53-4ED52D43BFF8}" dt="2026-02-21T11:18:03.992" v="141" actId="1076"/>
          <ac:picMkLst>
            <pc:docMk/>
            <pc:sldMk cId="3903287083" sldId="263"/>
            <ac:picMk id="5124" creationId="{322FF7AA-DAA9-BD57-5AD5-8B914E90406B}"/>
          </ac:picMkLst>
        </pc:picChg>
      </pc:sldChg>
      <pc:sldChg chg="addSp delSp modSp new mod">
        <pc:chgData name="sravanthi vennapusa" userId="302e7c8c7e7567a6" providerId="LiveId" clId="{9B2BFCF3-BB9D-4917-9B53-4ED52D43BFF8}" dt="2026-02-23T10:32:00.726" v="1027" actId="255"/>
        <pc:sldMkLst>
          <pc:docMk/>
          <pc:sldMk cId="60436020" sldId="264"/>
        </pc:sldMkLst>
        <pc:spChg chg="mod">
          <ac:chgData name="sravanthi vennapusa" userId="302e7c8c7e7567a6" providerId="LiveId" clId="{9B2BFCF3-BB9D-4917-9B53-4ED52D43BFF8}" dt="2026-02-23T10:32:00.726" v="1027" actId="255"/>
          <ac:spMkLst>
            <pc:docMk/>
            <pc:sldMk cId="60436020" sldId="264"/>
            <ac:spMk id="2" creationId="{FC2B478D-0D44-291E-33D2-C4F9D7640907}"/>
          </ac:spMkLst>
        </pc:spChg>
        <pc:spChg chg="mod">
          <ac:chgData name="sravanthi vennapusa" userId="302e7c8c7e7567a6" providerId="LiveId" clId="{9B2BFCF3-BB9D-4917-9B53-4ED52D43BFF8}" dt="2026-02-21T11:20:30.651" v="168" actId="20577"/>
          <ac:spMkLst>
            <pc:docMk/>
            <pc:sldMk cId="60436020" sldId="264"/>
            <ac:spMk id="3" creationId="{9470B303-9C6D-B6A3-5467-318EBA85428A}"/>
          </ac:spMkLst>
        </pc:spChg>
        <pc:spChg chg="add del">
          <ac:chgData name="sravanthi vennapusa" userId="302e7c8c7e7567a6" providerId="LiveId" clId="{9B2BFCF3-BB9D-4917-9B53-4ED52D43BFF8}" dt="2026-02-23T10:29:54.765" v="1024" actId="22"/>
          <ac:spMkLst>
            <pc:docMk/>
            <pc:sldMk cId="60436020" sldId="264"/>
            <ac:spMk id="5" creationId="{4C75EB41-C1DD-3380-7993-CB591D7DC9E1}"/>
          </ac:spMkLst>
        </pc:spChg>
        <pc:picChg chg="add mod">
          <ac:chgData name="sravanthi vennapusa" userId="302e7c8c7e7567a6" providerId="LiveId" clId="{9B2BFCF3-BB9D-4917-9B53-4ED52D43BFF8}" dt="2026-02-21T11:20:36.285" v="170" actId="1076"/>
          <ac:picMkLst>
            <pc:docMk/>
            <pc:sldMk cId="60436020" sldId="264"/>
            <ac:picMk id="6146" creationId="{7D780811-AFC9-5DBC-DA6A-CF3FB85A420A}"/>
          </ac:picMkLst>
        </pc:picChg>
      </pc:sldChg>
      <pc:sldChg chg="addSp modSp new mod">
        <pc:chgData name="sravanthi vennapusa" userId="302e7c8c7e7567a6" providerId="LiveId" clId="{9B2BFCF3-BB9D-4917-9B53-4ED52D43BFF8}" dt="2026-02-21T11:22:47.394" v="218" actId="1076"/>
        <pc:sldMkLst>
          <pc:docMk/>
          <pc:sldMk cId="1956785429" sldId="265"/>
        </pc:sldMkLst>
        <pc:spChg chg="mod">
          <ac:chgData name="sravanthi vennapusa" userId="302e7c8c7e7567a6" providerId="LiveId" clId="{9B2BFCF3-BB9D-4917-9B53-4ED52D43BFF8}" dt="2026-02-21T11:21:33.787" v="181" actId="255"/>
          <ac:spMkLst>
            <pc:docMk/>
            <pc:sldMk cId="1956785429" sldId="265"/>
            <ac:spMk id="2" creationId="{6CAA84E3-A405-9981-8DA5-6544558FF119}"/>
          </ac:spMkLst>
        </pc:spChg>
        <pc:spChg chg="mod">
          <ac:chgData name="sravanthi vennapusa" userId="302e7c8c7e7567a6" providerId="LiveId" clId="{9B2BFCF3-BB9D-4917-9B53-4ED52D43BFF8}" dt="2026-02-21T11:22:41.478" v="216" actId="1076"/>
          <ac:spMkLst>
            <pc:docMk/>
            <pc:sldMk cId="1956785429" sldId="265"/>
            <ac:spMk id="3" creationId="{BE38F67E-9DC4-A496-A663-271F34F15BE5}"/>
          </ac:spMkLst>
        </pc:spChg>
        <pc:picChg chg="add mod">
          <ac:chgData name="sravanthi vennapusa" userId="302e7c8c7e7567a6" providerId="LiveId" clId="{9B2BFCF3-BB9D-4917-9B53-4ED52D43BFF8}" dt="2026-02-21T11:22:47.394" v="218" actId="1076"/>
          <ac:picMkLst>
            <pc:docMk/>
            <pc:sldMk cId="1956785429" sldId="265"/>
            <ac:picMk id="7172" creationId="{BEF7BEDA-B568-6D90-390D-11DEC325D57D}"/>
          </ac:picMkLst>
        </pc:picChg>
      </pc:sldChg>
      <pc:sldChg chg="addSp modSp new mod">
        <pc:chgData name="sravanthi vennapusa" userId="302e7c8c7e7567a6" providerId="LiveId" clId="{9B2BFCF3-BB9D-4917-9B53-4ED52D43BFF8}" dt="2026-02-23T10:32:39.143" v="1037" actId="255"/>
        <pc:sldMkLst>
          <pc:docMk/>
          <pc:sldMk cId="845243265" sldId="266"/>
        </pc:sldMkLst>
        <pc:spChg chg="mod">
          <ac:chgData name="sravanthi vennapusa" userId="302e7c8c7e7567a6" providerId="LiveId" clId="{9B2BFCF3-BB9D-4917-9B53-4ED52D43BFF8}" dt="2026-02-23T10:32:39.143" v="1037" actId="255"/>
          <ac:spMkLst>
            <pc:docMk/>
            <pc:sldMk cId="845243265" sldId="266"/>
            <ac:spMk id="2" creationId="{64F6C409-FCB1-5DC5-57EE-1CE2267900DE}"/>
          </ac:spMkLst>
        </pc:spChg>
        <pc:spChg chg="mod">
          <ac:chgData name="sravanthi vennapusa" userId="302e7c8c7e7567a6" providerId="LiveId" clId="{9B2BFCF3-BB9D-4917-9B53-4ED52D43BFF8}" dt="2026-02-21T12:05:30.236" v="599" actId="1076"/>
          <ac:spMkLst>
            <pc:docMk/>
            <pc:sldMk cId="845243265" sldId="266"/>
            <ac:spMk id="3" creationId="{5FD612C3-DA50-3AE4-B402-FCBBF81E7017}"/>
          </ac:spMkLst>
        </pc:spChg>
        <pc:picChg chg="add mod">
          <ac:chgData name="sravanthi vennapusa" userId="302e7c8c7e7567a6" providerId="LiveId" clId="{9B2BFCF3-BB9D-4917-9B53-4ED52D43BFF8}" dt="2026-02-21T11:23:39.501" v="243" actId="1076"/>
          <ac:picMkLst>
            <pc:docMk/>
            <pc:sldMk cId="845243265" sldId="266"/>
            <ac:picMk id="8194" creationId="{396AF78D-BBA5-79EB-AA3D-9175E281F370}"/>
          </ac:picMkLst>
        </pc:picChg>
      </pc:sldChg>
      <pc:sldChg chg="addSp modSp new mod">
        <pc:chgData name="sravanthi vennapusa" userId="302e7c8c7e7567a6" providerId="LiveId" clId="{9B2BFCF3-BB9D-4917-9B53-4ED52D43BFF8}" dt="2026-02-21T11:25:15.064" v="273" actId="1076"/>
        <pc:sldMkLst>
          <pc:docMk/>
          <pc:sldMk cId="2291631560" sldId="267"/>
        </pc:sldMkLst>
        <pc:spChg chg="mod">
          <ac:chgData name="sravanthi vennapusa" userId="302e7c8c7e7567a6" providerId="LiveId" clId="{9B2BFCF3-BB9D-4917-9B53-4ED52D43BFF8}" dt="2026-02-21T11:24:07.500" v="246" actId="255"/>
          <ac:spMkLst>
            <pc:docMk/>
            <pc:sldMk cId="2291631560" sldId="267"/>
            <ac:spMk id="2" creationId="{C2381832-204A-7436-ED7D-BA590A049BAA}"/>
          </ac:spMkLst>
        </pc:spChg>
        <pc:spChg chg="mod">
          <ac:chgData name="sravanthi vennapusa" userId="302e7c8c7e7567a6" providerId="LiveId" clId="{9B2BFCF3-BB9D-4917-9B53-4ED52D43BFF8}" dt="2026-02-21T11:24:58.827" v="271" actId="5793"/>
          <ac:spMkLst>
            <pc:docMk/>
            <pc:sldMk cId="2291631560" sldId="267"/>
            <ac:spMk id="3" creationId="{0FA25BE3-5F3B-66BA-54E2-50074A70F725}"/>
          </ac:spMkLst>
        </pc:spChg>
        <pc:picChg chg="add mod">
          <ac:chgData name="sravanthi vennapusa" userId="302e7c8c7e7567a6" providerId="LiveId" clId="{9B2BFCF3-BB9D-4917-9B53-4ED52D43BFF8}" dt="2026-02-21T11:25:15.064" v="273" actId="1076"/>
          <ac:picMkLst>
            <pc:docMk/>
            <pc:sldMk cId="2291631560" sldId="267"/>
            <ac:picMk id="9218" creationId="{56E46274-CC7D-F9CC-ABAF-C6184BD88548}"/>
          </ac:picMkLst>
        </pc:picChg>
      </pc:sldChg>
      <pc:sldChg chg="addSp delSp modSp new mod">
        <pc:chgData name="sravanthi vennapusa" userId="302e7c8c7e7567a6" providerId="LiveId" clId="{9B2BFCF3-BB9D-4917-9B53-4ED52D43BFF8}" dt="2026-02-23T10:34:37.084" v="1039" actId="255"/>
        <pc:sldMkLst>
          <pc:docMk/>
          <pc:sldMk cId="2606743099" sldId="268"/>
        </pc:sldMkLst>
        <pc:spChg chg="mod">
          <ac:chgData name="sravanthi vennapusa" userId="302e7c8c7e7567a6" providerId="LiveId" clId="{9B2BFCF3-BB9D-4917-9B53-4ED52D43BFF8}" dt="2026-02-23T10:34:37.084" v="1039" actId="255"/>
          <ac:spMkLst>
            <pc:docMk/>
            <pc:sldMk cId="2606743099" sldId="268"/>
            <ac:spMk id="2" creationId="{02CD6F54-59BC-DCA6-651D-B3FC47D24202}"/>
          </ac:spMkLst>
        </pc:spChg>
        <pc:spChg chg="mod">
          <ac:chgData name="sravanthi vennapusa" userId="302e7c8c7e7567a6" providerId="LiveId" clId="{9B2BFCF3-BB9D-4917-9B53-4ED52D43BFF8}" dt="2026-02-21T11:25:57.288" v="303" actId="20577"/>
          <ac:spMkLst>
            <pc:docMk/>
            <pc:sldMk cId="2606743099" sldId="268"/>
            <ac:spMk id="3" creationId="{33EC9541-E3EC-129C-6E2D-2A4A88E2C912}"/>
          </ac:spMkLst>
        </pc:spChg>
        <pc:picChg chg="add mod">
          <ac:chgData name="sravanthi vennapusa" userId="302e7c8c7e7567a6" providerId="LiveId" clId="{9B2BFCF3-BB9D-4917-9B53-4ED52D43BFF8}" dt="2026-02-21T11:26:38.104" v="316" actId="1076"/>
          <ac:picMkLst>
            <pc:docMk/>
            <pc:sldMk cId="2606743099" sldId="268"/>
            <ac:picMk id="10242" creationId="{852B72C0-DCE9-0FB0-A60F-B66DB907AA9C}"/>
          </ac:picMkLst>
        </pc:picChg>
      </pc:sldChg>
      <pc:sldChg chg="addSp modSp new mod">
        <pc:chgData name="sravanthi vennapusa" userId="302e7c8c7e7567a6" providerId="LiveId" clId="{9B2BFCF3-BB9D-4917-9B53-4ED52D43BFF8}" dt="2026-02-21T11:31:09.804" v="378" actId="255"/>
        <pc:sldMkLst>
          <pc:docMk/>
          <pc:sldMk cId="2868209919" sldId="269"/>
        </pc:sldMkLst>
        <pc:spChg chg="mod">
          <ac:chgData name="sravanthi vennapusa" userId="302e7c8c7e7567a6" providerId="LiveId" clId="{9B2BFCF3-BB9D-4917-9B53-4ED52D43BFF8}" dt="2026-02-21T11:31:09.804" v="378" actId="255"/>
          <ac:spMkLst>
            <pc:docMk/>
            <pc:sldMk cId="2868209919" sldId="269"/>
            <ac:spMk id="2" creationId="{1DFD160D-4CC6-5C35-23D6-C7C25EDDDF8D}"/>
          </ac:spMkLst>
        </pc:spChg>
        <pc:spChg chg="mod">
          <ac:chgData name="sravanthi vennapusa" userId="302e7c8c7e7567a6" providerId="LiveId" clId="{9B2BFCF3-BB9D-4917-9B53-4ED52D43BFF8}" dt="2026-02-21T11:31:01.069" v="376" actId="6549"/>
          <ac:spMkLst>
            <pc:docMk/>
            <pc:sldMk cId="2868209919" sldId="269"/>
            <ac:spMk id="3" creationId="{B1CF97EA-985C-28BF-F02B-A719793FFD1C}"/>
          </ac:spMkLst>
        </pc:spChg>
        <pc:picChg chg="add mod">
          <ac:chgData name="sravanthi vennapusa" userId="302e7c8c7e7567a6" providerId="LiveId" clId="{9B2BFCF3-BB9D-4917-9B53-4ED52D43BFF8}" dt="2026-02-21T11:29:41.823" v="346" actId="1076"/>
          <ac:picMkLst>
            <pc:docMk/>
            <pc:sldMk cId="2868209919" sldId="269"/>
            <ac:picMk id="11266" creationId="{5CED4CC5-473C-4D7C-4081-33D9D8393151}"/>
          </ac:picMkLst>
        </pc:picChg>
      </pc:sldChg>
      <pc:sldChg chg="addSp modSp new mod">
        <pc:chgData name="sravanthi vennapusa" userId="302e7c8c7e7567a6" providerId="LiveId" clId="{9B2BFCF3-BB9D-4917-9B53-4ED52D43BFF8}" dt="2026-02-21T11:30:54.918" v="375" actId="255"/>
        <pc:sldMkLst>
          <pc:docMk/>
          <pc:sldMk cId="861583758" sldId="270"/>
        </pc:sldMkLst>
        <pc:spChg chg="mod">
          <ac:chgData name="sravanthi vennapusa" userId="302e7c8c7e7567a6" providerId="LiveId" clId="{9B2BFCF3-BB9D-4917-9B53-4ED52D43BFF8}" dt="2026-02-21T11:30:54.918" v="375" actId="255"/>
          <ac:spMkLst>
            <pc:docMk/>
            <pc:sldMk cId="861583758" sldId="270"/>
            <ac:spMk id="2" creationId="{B06E9BFD-D771-6699-5A46-5C8491481F35}"/>
          </ac:spMkLst>
        </pc:spChg>
        <pc:spChg chg="mod">
          <ac:chgData name="sravanthi vennapusa" userId="302e7c8c7e7567a6" providerId="LiveId" clId="{9B2BFCF3-BB9D-4917-9B53-4ED52D43BFF8}" dt="2026-02-21T11:30:47.812" v="373" actId="6549"/>
          <ac:spMkLst>
            <pc:docMk/>
            <pc:sldMk cId="861583758" sldId="270"/>
            <ac:spMk id="3" creationId="{EB92AC02-0D33-0952-7D8B-66434E0FC9C2}"/>
          </ac:spMkLst>
        </pc:spChg>
        <pc:picChg chg="add mod">
          <ac:chgData name="sravanthi vennapusa" userId="302e7c8c7e7567a6" providerId="LiveId" clId="{9B2BFCF3-BB9D-4917-9B53-4ED52D43BFF8}" dt="2026-02-21T11:30:15.684" v="350" actId="1076"/>
          <ac:picMkLst>
            <pc:docMk/>
            <pc:sldMk cId="861583758" sldId="270"/>
            <ac:picMk id="12290" creationId="{A8B3CBE9-4371-2FA9-7A7A-1E39FD4583CC}"/>
          </ac:picMkLst>
        </pc:picChg>
      </pc:sldChg>
      <pc:sldChg chg="addSp delSp modSp new mod">
        <pc:chgData name="sravanthi vennapusa" userId="302e7c8c7e7567a6" providerId="LiveId" clId="{9B2BFCF3-BB9D-4917-9B53-4ED52D43BFF8}" dt="2026-02-23T10:58:35.182" v="1042" actId="1076"/>
        <pc:sldMkLst>
          <pc:docMk/>
          <pc:sldMk cId="163629557" sldId="271"/>
        </pc:sldMkLst>
        <pc:spChg chg="mod">
          <ac:chgData name="sravanthi vennapusa" userId="302e7c8c7e7567a6" providerId="LiveId" clId="{9B2BFCF3-BB9D-4917-9B53-4ED52D43BFF8}" dt="2026-02-21T11:51:22.956" v="577" actId="20577"/>
          <ac:spMkLst>
            <pc:docMk/>
            <pc:sldMk cId="163629557" sldId="271"/>
            <ac:spMk id="2" creationId="{319446DA-4522-20CA-C714-733CC88A6423}"/>
          </ac:spMkLst>
        </pc:spChg>
        <pc:spChg chg="add mod">
          <ac:chgData name="sravanthi vennapusa" userId="302e7c8c7e7567a6" providerId="LiveId" clId="{9B2BFCF3-BB9D-4917-9B53-4ED52D43BFF8}" dt="2026-02-21T11:40:02.477" v="514" actId="1076"/>
          <ac:spMkLst>
            <pc:docMk/>
            <pc:sldMk cId="163629557" sldId="271"/>
            <ac:spMk id="4" creationId="{1B5AECCE-AD6F-D15D-9CAE-FE8FD38FDE52}"/>
          </ac:spMkLst>
        </pc:spChg>
        <pc:picChg chg="add mod">
          <ac:chgData name="sravanthi vennapusa" userId="302e7c8c7e7567a6" providerId="LiveId" clId="{9B2BFCF3-BB9D-4917-9B53-4ED52D43BFF8}" dt="2026-02-23T10:58:35.182" v="1042" actId="1076"/>
          <ac:picMkLst>
            <pc:docMk/>
            <pc:sldMk cId="163629557" sldId="271"/>
            <ac:picMk id="5" creationId="{4AD8E2AF-9B67-5128-A7B6-9E609296A889}"/>
          </ac:picMkLst>
        </pc:picChg>
        <pc:picChg chg="add del mod">
          <ac:chgData name="sravanthi vennapusa" userId="302e7c8c7e7567a6" providerId="LiveId" clId="{9B2BFCF3-BB9D-4917-9B53-4ED52D43BFF8}" dt="2026-02-23T10:58:31.854" v="1040" actId="478"/>
          <ac:picMkLst>
            <pc:docMk/>
            <pc:sldMk cId="163629557" sldId="271"/>
            <ac:picMk id="19" creationId="{DBE4FB7C-2A72-8F1A-2ABE-206EC13A8AD6}"/>
          </ac:picMkLst>
        </pc:picChg>
      </pc:sldChg>
      <pc:sldChg chg="addSp delSp modSp new mod">
        <pc:chgData name="sravanthi vennapusa" userId="302e7c8c7e7567a6" providerId="LiveId" clId="{9B2BFCF3-BB9D-4917-9B53-4ED52D43BFF8}" dt="2026-02-23T11:21:38.184" v="1627" actId="1076"/>
        <pc:sldMkLst>
          <pc:docMk/>
          <pc:sldMk cId="966568742" sldId="272"/>
        </pc:sldMkLst>
        <pc:spChg chg="mod">
          <ac:chgData name="sravanthi vennapusa" userId="302e7c8c7e7567a6" providerId="LiveId" clId="{9B2BFCF3-BB9D-4917-9B53-4ED52D43BFF8}" dt="2026-02-21T11:52:45.452" v="591" actId="20577"/>
          <ac:spMkLst>
            <pc:docMk/>
            <pc:sldMk cId="966568742" sldId="272"/>
            <ac:spMk id="2" creationId="{98E81FA9-2E4F-3FBC-64FF-2281691D00AB}"/>
          </ac:spMkLst>
        </pc:spChg>
        <pc:spChg chg="add mod">
          <ac:chgData name="sravanthi vennapusa" userId="302e7c8c7e7567a6" providerId="LiveId" clId="{9B2BFCF3-BB9D-4917-9B53-4ED52D43BFF8}" dt="2026-02-23T03:19:17.177" v="743" actId="5793"/>
          <ac:spMkLst>
            <pc:docMk/>
            <pc:sldMk cId="966568742" sldId="272"/>
            <ac:spMk id="4" creationId="{1713466B-69F8-5D05-BC60-4CA1042AF2C2}"/>
          </ac:spMkLst>
        </pc:spChg>
        <pc:picChg chg="add mod">
          <ac:chgData name="sravanthi vennapusa" userId="302e7c8c7e7567a6" providerId="LiveId" clId="{9B2BFCF3-BB9D-4917-9B53-4ED52D43BFF8}" dt="2026-02-23T11:21:38.184" v="1627" actId="1076"/>
          <ac:picMkLst>
            <pc:docMk/>
            <pc:sldMk cId="966568742" sldId="272"/>
            <ac:picMk id="14340" creationId="{A07783F5-C1C0-C67C-CFEE-256B1A12029D}"/>
          </ac:picMkLst>
        </pc:picChg>
      </pc:sldChg>
      <pc:sldChg chg="addSp delSp modSp new mod">
        <pc:chgData name="sravanthi vennapusa" userId="302e7c8c7e7567a6" providerId="LiveId" clId="{9B2BFCF3-BB9D-4917-9B53-4ED52D43BFF8}" dt="2026-02-23T11:14:14.753" v="1528" actId="20577"/>
        <pc:sldMkLst>
          <pc:docMk/>
          <pc:sldMk cId="2907109844" sldId="273"/>
        </pc:sldMkLst>
        <pc:spChg chg="mod">
          <ac:chgData name="sravanthi vennapusa" userId="302e7c8c7e7567a6" providerId="LiveId" clId="{9B2BFCF3-BB9D-4917-9B53-4ED52D43BFF8}" dt="2026-02-23T10:23:22.059" v="749" actId="20577"/>
          <ac:spMkLst>
            <pc:docMk/>
            <pc:sldMk cId="2907109844" sldId="273"/>
            <ac:spMk id="2" creationId="{78DDE826-09B8-2124-E324-215C47DA3E96}"/>
          </ac:spMkLst>
        </pc:spChg>
        <pc:spChg chg="del">
          <ac:chgData name="sravanthi vennapusa" userId="302e7c8c7e7567a6" providerId="LiveId" clId="{9B2BFCF3-BB9D-4917-9B53-4ED52D43BFF8}" dt="2026-02-22T12:21:56.220" v="605"/>
          <ac:spMkLst>
            <pc:docMk/>
            <pc:sldMk cId="2907109844" sldId="273"/>
            <ac:spMk id="3" creationId="{FDBFC53D-D1BE-E0AE-4194-090A67DDC7F0}"/>
          </ac:spMkLst>
        </pc:spChg>
        <pc:spChg chg="add mod">
          <ac:chgData name="sravanthi vennapusa" userId="302e7c8c7e7567a6" providerId="LiveId" clId="{9B2BFCF3-BB9D-4917-9B53-4ED52D43BFF8}" dt="2026-02-23T11:14:14.753" v="1528" actId="20577"/>
          <ac:spMkLst>
            <pc:docMk/>
            <pc:sldMk cId="2907109844" sldId="273"/>
            <ac:spMk id="4" creationId="{3088D4AD-5545-CF38-8B6D-0BF2371627AC}"/>
          </ac:spMkLst>
        </pc:spChg>
        <pc:picChg chg="add del mod ord">
          <ac:chgData name="sravanthi vennapusa" userId="302e7c8c7e7567a6" providerId="LiveId" clId="{9B2BFCF3-BB9D-4917-9B53-4ED52D43BFF8}" dt="2026-02-23T11:03:18.378" v="1043" actId="478"/>
          <ac:picMkLst>
            <pc:docMk/>
            <pc:sldMk cId="2907109844" sldId="273"/>
            <ac:picMk id="5" creationId="{67389E80-7A8D-C04F-EBDC-31212A047DF0}"/>
          </ac:picMkLst>
        </pc:picChg>
        <pc:picChg chg="add del mod">
          <ac:chgData name="sravanthi vennapusa" userId="302e7c8c7e7567a6" providerId="LiveId" clId="{9B2BFCF3-BB9D-4917-9B53-4ED52D43BFF8}" dt="2026-02-23T11:05:06.132" v="1070" actId="478"/>
          <ac:picMkLst>
            <pc:docMk/>
            <pc:sldMk cId="2907109844" sldId="273"/>
            <ac:picMk id="7" creationId="{718CE072-C940-2CF9-2D83-357CD1BC4FA9}"/>
          </ac:picMkLst>
        </pc:picChg>
        <pc:picChg chg="add mod">
          <ac:chgData name="sravanthi vennapusa" userId="302e7c8c7e7567a6" providerId="LiveId" clId="{9B2BFCF3-BB9D-4917-9B53-4ED52D43BFF8}" dt="2026-02-23T11:05:56.376" v="1118" actId="1076"/>
          <ac:picMkLst>
            <pc:docMk/>
            <pc:sldMk cId="2907109844" sldId="273"/>
            <ac:picMk id="9" creationId="{99A1A098-AAAF-8D0A-9294-D8FE3819BCD3}"/>
          </ac:picMkLst>
        </pc:picChg>
      </pc:sldChg>
      <pc:sldChg chg="modSp new mod">
        <pc:chgData name="sravanthi vennapusa" userId="302e7c8c7e7567a6" providerId="LiveId" clId="{9B2BFCF3-BB9D-4917-9B53-4ED52D43BFF8}" dt="2026-02-23T10:27:48.557" v="958" actId="20577"/>
        <pc:sldMkLst>
          <pc:docMk/>
          <pc:sldMk cId="4045959074" sldId="274"/>
        </pc:sldMkLst>
        <pc:spChg chg="mod">
          <ac:chgData name="sravanthi vennapusa" userId="302e7c8c7e7567a6" providerId="LiveId" clId="{9B2BFCF3-BB9D-4917-9B53-4ED52D43BFF8}" dt="2026-02-23T10:25:17.405" v="775" actId="20577"/>
          <ac:spMkLst>
            <pc:docMk/>
            <pc:sldMk cId="4045959074" sldId="274"/>
            <ac:spMk id="2" creationId="{3E428050-2C4C-D71F-A6B4-6B6B594D59D2}"/>
          </ac:spMkLst>
        </pc:spChg>
        <pc:spChg chg="mod">
          <ac:chgData name="sravanthi vennapusa" userId="302e7c8c7e7567a6" providerId="LiveId" clId="{9B2BFCF3-BB9D-4917-9B53-4ED52D43BFF8}" dt="2026-02-23T10:27:48.557" v="958" actId="20577"/>
          <ac:spMkLst>
            <pc:docMk/>
            <pc:sldMk cId="4045959074" sldId="274"/>
            <ac:spMk id="3" creationId="{EDCC412C-7276-0662-9AB0-808E6B066D0A}"/>
          </ac:spMkLst>
        </pc:spChg>
      </pc:sldChg>
      <pc:sldChg chg="addSp delSp modSp add mod">
        <pc:chgData name="sravanthi vennapusa" userId="302e7c8c7e7567a6" providerId="LiveId" clId="{9B2BFCF3-BB9D-4917-9B53-4ED52D43BFF8}" dt="2026-02-23T11:14:05.270" v="1522" actId="20577"/>
        <pc:sldMkLst>
          <pc:docMk/>
          <pc:sldMk cId="201042211" sldId="275"/>
        </pc:sldMkLst>
        <pc:spChg chg="mod">
          <ac:chgData name="sravanthi vennapusa" userId="302e7c8c7e7567a6" providerId="LiveId" clId="{9B2BFCF3-BB9D-4917-9B53-4ED52D43BFF8}" dt="2026-02-23T11:14:05.270" v="1522" actId="20577"/>
          <ac:spMkLst>
            <pc:docMk/>
            <pc:sldMk cId="201042211" sldId="275"/>
            <ac:spMk id="4" creationId="{47030247-C60B-C925-3EA9-3C7C2109574C}"/>
          </ac:spMkLst>
        </pc:spChg>
        <pc:picChg chg="add mod">
          <ac:chgData name="sravanthi vennapusa" userId="302e7c8c7e7567a6" providerId="LiveId" clId="{9B2BFCF3-BB9D-4917-9B53-4ED52D43BFF8}" dt="2026-02-23T11:10:58.782" v="1483" actId="1076"/>
          <ac:picMkLst>
            <pc:docMk/>
            <pc:sldMk cId="201042211" sldId="275"/>
            <ac:picMk id="5" creationId="{673F9A35-2F98-9E68-D895-074CBE70207E}"/>
          </ac:picMkLst>
        </pc:picChg>
        <pc:picChg chg="del">
          <ac:chgData name="sravanthi vennapusa" userId="302e7c8c7e7567a6" providerId="LiveId" clId="{9B2BFCF3-BB9D-4917-9B53-4ED52D43BFF8}" dt="2026-02-23T11:10:55.212" v="1481" actId="478"/>
          <ac:picMkLst>
            <pc:docMk/>
            <pc:sldMk cId="201042211" sldId="275"/>
            <ac:picMk id="9" creationId="{42247DB1-60D2-3736-454A-7E8CA39621FE}"/>
          </ac:picMkLst>
        </pc:picChg>
      </pc:sldChg>
      <pc:sldChg chg="addSp delSp modSp add mod">
        <pc:chgData name="sravanthi vennapusa" userId="302e7c8c7e7567a6" providerId="LiveId" clId="{9B2BFCF3-BB9D-4917-9B53-4ED52D43BFF8}" dt="2026-02-23T11:13:54.806" v="1514" actId="20577"/>
        <pc:sldMkLst>
          <pc:docMk/>
          <pc:sldMk cId="256033352" sldId="276"/>
        </pc:sldMkLst>
        <pc:spChg chg="mod">
          <ac:chgData name="sravanthi vennapusa" userId="302e7c8c7e7567a6" providerId="LiveId" clId="{9B2BFCF3-BB9D-4917-9B53-4ED52D43BFF8}" dt="2026-02-23T11:13:54.806" v="1514" actId="20577"/>
          <ac:spMkLst>
            <pc:docMk/>
            <pc:sldMk cId="256033352" sldId="276"/>
            <ac:spMk id="4" creationId="{A040F04F-92AB-E60E-2E29-B654388B1764}"/>
          </ac:spMkLst>
        </pc:spChg>
        <pc:picChg chg="del">
          <ac:chgData name="sravanthi vennapusa" userId="302e7c8c7e7567a6" providerId="LiveId" clId="{9B2BFCF3-BB9D-4917-9B53-4ED52D43BFF8}" dt="2026-02-23T11:13:14.600" v="1494" actId="478"/>
          <ac:picMkLst>
            <pc:docMk/>
            <pc:sldMk cId="256033352" sldId="276"/>
            <ac:picMk id="5" creationId="{B75146BC-7FDE-BE11-E17E-0737DE5D82CD}"/>
          </ac:picMkLst>
        </pc:picChg>
        <pc:picChg chg="add mod">
          <ac:chgData name="sravanthi vennapusa" userId="302e7c8c7e7567a6" providerId="LiveId" clId="{9B2BFCF3-BB9D-4917-9B53-4ED52D43BFF8}" dt="2026-02-23T11:13:17.987" v="1496" actId="1076"/>
          <ac:picMkLst>
            <pc:docMk/>
            <pc:sldMk cId="256033352" sldId="276"/>
            <ac:picMk id="6" creationId="{EBA49B64-2832-25EB-5432-3D14B9DF5265}"/>
          </ac:picMkLst>
        </pc:picChg>
      </pc:sldChg>
      <pc:sldChg chg="addSp delSp modSp add mod">
        <pc:chgData name="sravanthi vennapusa" userId="302e7c8c7e7567a6" providerId="LiveId" clId="{9B2BFCF3-BB9D-4917-9B53-4ED52D43BFF8}" dt="2026-02-23T11:16:00.822" v="1551" actId="1076"/>
        <pc:sldMkLst>
          <pc:docMk/>
          <pc:sldMk cId="638180137" sldId="277"/>
        </pc:sldMkLst>
        <pc:spChg chg="mod">
          <ac:chgData name="sravanthi vennapusa" userId="302e7c8c7e7567a6" providerId="LiveId" clId="{9B2BFCF3-BB9D-4917-9B53-4ED52D43BFF8}" dt="2026-02-23T11:14:55.230" v="1548" actId="20577"/>
          <ac:spMkLst>
            <pc:docMk/>
            <pc:sldMk cId="638180137" sldId="277"/>
            <ac:spMk id="4" creationId="{C2A9C271-A3D9-1ADC-779B-1388839BF4E2}"/>
          </ac:spMkLst>
        </pc:spChg>
        <pc:picChg chg="add mod">
          <ac:chgData name="sravanthi vennapusa" userId="302e7c8c7e7567a6" providerId="LiveId" clId="{9B2BFCF3-BB9D-4917-9B53-4ED52D43BFF8}" dt="2026-02-23T11:16:00.822" v="1551" actId="1076"/>
          <ac:picMkLst>
            <pc:docMk/>
            <pc:sldMk cId="638180137" sldId="277"/>
            <ac:picMk id="5" creationId="{7FA3EF80-0B06-05AA-E33E-E2B2584D4847}"/>
          </ac:picMkLst>
        </pc:picChg>
        <pc:picChg chg="del">
          <ac:chgData name="sravanthi vennapusa" userId="302e7c8c7e7567a6" providerId="LiveId" clId="{9B2BFCF3-BB9D-4917-9B53-4ED52D43BFF8}" dt="2026-02-23T11:15:57.594" v="1549" actId="478"/>
          <ac:picMkLst>
            <pc:docMk/>
            <pc:sldMk cId="638180137" sldId="277"/>
            <ac:picMk id="6" creationId="{8C3835F7-4F36-790E-4A43-B0D8CDA55AAC}"/>
          </ac:picMkLst>
        </pc:picChg>
      </pc:sldChg>
      <pc:sldChg chg="addSp delSp modSp add mod">
        <pc:chgData name="sravanthi vennapusa" userId="302e7c8c7e7567a6" providerId="LiveId" clId="{9B2BFCF3-BB9D-4917-9B53-4ED52D43BFF8}" dt="2026-02-23T11:18:25.800" v="1585" actId="20577"/>
        <pc:sldMkLst>
          <pc:docMk/>
          <pc:sldMk cId="884239617" sldId="278"/>
        </pc:sldMkLst>
        <pc:spChg chg="mod">
          <ac:chgData name="sravanthi vennapusa" userId="302e7c8c7e7567a6" providerId="LiveId" clId="{9B2BFCF3-BB9D-4917-9B53-4ED52D43BFF8}" dt="2026-02-23T11:18:25.800" v="1585" actId="20577"/>
          <ac:spMkLst>
            <pc:docMk/>
            <pc:sldMk cId="884239617" sldId="278"/>
            <ac:spMk id="4" creationId="{48F1A03F-EF59-5F44-3585-DE343FE2D5AB}"/>
          </ac:spMkLst>
        </pc:spChg>
        <pc:picChg chg="del">
          <ac:chgData name="sravanthi vennapusa" userId="302e7c8c7e7567a6" providerId="LiveId" clId="{9B2BFCF3-BB9D-4917-9B53-4ED52D43BFF8}" dt="2026-02-23T11:18:15.462" v="1578" actId="478"/>
          <ac:picMkLst>
            <pc:docMk/>
            <pc:sldMk cId="884239617" sldId="278"/>
            <ac:picMk id="5" creationId="{FE8AE39F-4EDA-CF4A-F022-59A1777D2836}"/>
          </ac:picMkLst>
        </pc:picChg>
        <pc:picChg chg="add mod">
          <ac:chgData name="sravanthi vennapusa" userId="302e7c8c7e7567a6" providerId="LiveId" clId="{9B2BFCF3-BB9D-4917-9B53-4ED52D43BFF8}" dt="2026-02-23T11:18:17.895" v="1580" actId="1076"/>
          <ac:picMkLst>
            <pc:docMk/>
            <pc:sldMk cId="884239617" sldId="278"/>
            <ac:picMk id="6" creationId="{670D4561-ABC6-9C40-5249-350FD60F7F10}"/>
          </ac:picMkLst>
        </pc:picChg>
      </pc:sldChg>
      <pc:sldChg chg="addSp delSp modSp add mod">
        <pc:chgData name="sravanthi vennapusa" userId="302e7c8c7e7567a6" providerId="LiveId" clId="{9B2BFCF3-BB9D-4917-9B53-4ED52D43BFF8}" dt="2026-02-23T11:20:20.875" v="1616" actId="20577"/>
        <pc:sldMkLst>
          <pc:docMk/>
          <pc:sldMk cId="1309704831" sldId="279"/>
        </pc:sldMkLst>
        <pc:spChg chg="mod">
          <ac:chgData name="sravanthi vennapusa" userId="302e7c8c7e7567a6" providerId="LiveId" clId="{9B2BFCF3-BB9D-4917-9B53-4ED52D43BFF8}" dt="2026-02-23T11:20:20.875" v="1616" actId="20577"/>
          <ac:spMkLst>
            <pc:docMk/>
            <pc:sldMk cId="1309704831" sldId="279"/>
            <ac:spMk id="4" creationId="{72A6930D-43C8-9B3B-9331-923C433E228C}"/>
          </ac:spMkLst>
        </pc:spChg>
        <pc:picChg chg="add mod">
          <ac:chgData name="sravanthi vennapusa" userId="302e7c8c7e7567a6" providerId="LiveId" clId="{9B2BFCF3-BB9D-4917-9B53-4ED52D43BFF8}" dt="2026-02-23T11:20:17.462" v="1614" actId="1076"/>
          <ac:picMkLst>
            <pc:docMk/>
            <pc:sldMk cId="1309704831" sldId="279"/>
            <ac:picMk id="5" creationId="{E62E22D6-A3AE-6C88-4A59-E1ED3772E9C4}"/>
          </ac:picMkLst>
        </pc:picChg>
        <pc:picChg chg="del">
          <ac:chgData name="sravanthi vennapusa" userId="302e7c8c7e7567a6" providerId="LiveId" clId="{9B2BFCF3-BB9D-4917-9B53-4ED52D43BFF8}" dt="2026-02-23T11:20:14.612" v="1612" actId="478"/>
          <ac:picMkLst>
            <pc:docMk/>
            <pc:sldMk cId="1309704831" sldId="279"/>
            <ac:picMk id="6" creationId="{786CA81D-8ED9-9F45-0E17-6281319134D2}"/>
          </ac:picMkLst>
        </pc:picChg>
      </pc:sldChg>
      <pc:sldChg chg="addSp delSp modSp add mod">
        <pc:chgData name="sravanthi vennapusa" userId="302e7c8c7e7567a6" providerId="LiveId" clId="{9B2BFCF3-BB9D-4917-9B53-4ED52D43BFF8}" dt="2026-02-23T11:21:19.114" v="1626" actId="20577"/>
        <pc:sldMkLst>
          <pc:docMk/>
          <pc:sldMk cId="786995963" sldId="280"/>
        </pc:sldMkLst>
        <pc:spChg chg="mod">
          <ac:chgData name="sravanthi vennapusa" userId="302e7c8c7e7567a6" providerId="LiveId" clId="{9B2BFCF3-BB9D-4917-9B53-4ED52D43BFF8}" dt="2026-02-23T11:21:19.114" v="1626" actId="20577"/>
          <ac:spMkLst>
            <pc:docMk/>
            <pc:sldMk cId="786995963" sldId="280"/>
            <ac:spMk id="4" creationId="{66989133-2986-720E-48E5-077B8DA62548}"/>
          </ac:spMkLst>
        </pc:spChg>
        <pc:picChg chg="del">
          <ac:chgData name="sravanthi vennapusa" userId="302e7c8c7e7567a6" providerId="LiveId" clId="{9B2BFCF3-BB9D-4917-9B53-4ED52D43BFF8}" dt="2026-02-23T11:21:09.962" v="1622" actId="478"/>
          <ac:picMkLst>
            <pc:docMk/>
            <pc:sldMk cId="786995963" sldId="280"/>
            <ac:picMk id="5" creationId="{C20C646A-9675-0B59-1181-DCC8E649F145}"/>
          </ac:picMkLst>
        </pc:picChg>
        <pc:picChg chg="add mod">
          <ac:chgData name="sravanthi vennapusa" userId="302e7c8c7e7567a6" providerId="LiveId" clId="{9B2BFCF3-BB9D-4917-9B53-4ED52D43BFF8}" dt="2026-02-23T11:21:12.461" v="1624" actId="1076"/>
          <ac:picMkLst>
            <pc:docMk/>
            <pc:sldMk cId="786995963" sldId="280"/>
            <ac:picMk id="6" creationId="{D2C88133-00D6-5265-F099-F491347B478E}"/>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2/23/2026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2/23/2026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2/23/2026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2/23/2026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2/23/2026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2/23/2026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2/23/2026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geeksforgeeks.org/digital-logic/what-is-nand-gat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6C415-0F68-F6E7-75EB-89D21EAFB4E9}"/>
              </a:ext>
            </a:extLst>
          </p:cNvPr>
          <p:cNvSpPr>
            <a:spLocks noGrp="1"/>
          </p:cNvSpPr>
          <p:nvPr>
            <p:ph type="ctrTitle"/>
          </p:nvPr>
        </p:nvSpPr>
        <p:spPr/>
        <p:txBody>
          <a:bodyPr/>
          <a:lstStyle/>
          <a:p>
            <a:r>
              <a:rPr lang="en-IN" dirty="0"/>
              <a:t>Realization  of gates</a:t>
            </a:r>
          </a:p>
        </p:txBody>
      </p:sp>
      <p:sp>
        <p:nvSpPr>
          <p:cNvPr id="3" name="Subtitle 2">
            <a:extLst>
              <a:ext uri="{FF2B5EF4-FFF2-40B4-BE49-F238E27FC236}">
                <a16:creationId xmlns:a16="http://schemas.microsoft.com/office/drawing/2014/main" id="{3B7783DA-E70F-05ED-1401-1528138E146A}"/>
              </a:ext>
            </a:extLst>
          </p:cNvPr>
          <p:cNvSpPr>
            <a:spLocks noGrp="1"/>
          </p:cNvSpPr>
          <p:nvPr>
            <p:ph type="subTitle" idx="1"/>
          </p:nvPr>
        </p:nvSpPr>
        <p:spPr/>
        <p:txBody>
          <a:bodyPr/>
          <a:lstStyle/>
          <a:p>
            <a:r>
              <a:rPr lang="en-IN" dirty="0"/>
              <a:t>By sravanthi</a:t>
            </a:r>
          </a:p>
          <a:p>
            <a:r>
              <a:rPr lang="en-IN" dirty="0" err="1"/>
              <a:t>Chipweave</a:t>
            </a:r>
            <a:r>
              <a:rPr lang="en-IN" dirty="0"/>
              <a:t> technologies </a:t>
            </a:r>
            <a:r>
              <a:rPr lang="en-IN" dirty="0" err="1"/>
              <a:t>pvt</a:t>
            </a:r>
            <a:r>
              <a:rPr lang="en-IN" dirty="0"/>
              <a:t> </a:t>
            </a:r>
            <a:r>
              <a:rPr lang="en-IN" dirty="0" err="1"/>
              <a:t>lmd</a:t>
            </a:r>
            <a:endParaRPr lang="en-IN" dirty="0"/>
          </a:p>
        </p:txBody>
      </p:sp>
    </p:spTree>
    <p:extLst>
      <p:ext uri="{BB962C8B-B14F-4D97-AF65-F5344CB8AC3E}">
        <p14:creationId xmlns:p14="http://schemas.microsoft.com/office/powerpoint/2010/main" val="3180476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28050-2C4C-D71F-A6B4-6B6B594D59D2}"/>
              </a:ext>
            </a:extLst>
          </p:cNvPr>
          <p:cNvSpPr>
            <a:spLocks noGrp="1"/>
          </p:cNvSpPr>
          <p:nvPr>
            <p:ph type="title"/>
          </p:nvPr>
        </p:nvSpPr>
        <p:spPr/>
        <p:txBody>
          <a:bodyPr/>
          <a:lstStyle/>
          <a:p>
            <a:r>
              <a:rPr lang="en-IN" dirty="0"/>
              <a:t>             Contents</a:t>
            </a:r>
          </a:p>
        </p:txBody>
      </p:sp>
      <p:sp>
        <p:nvSpPr>
          <p:cNvPr id="3" name="Content Placeholder 2">
            <a:extLst>
              <a:ext uri="{FF2B5EF4-FFF2-40B4-BE49-F238E27FC236}">
                <a16:creationId xmlns:a16="http://schemas.microsoft.com/office/drawing/2014/main" id="{EDCC412C-7276-0662-9AB0-808E6B066D0A}"/>
              </a:ext>
            </a:extLst>
          </p:cNvPr>
          <p:cNvSpPr>
            <a:spLocks noGrp="1"/>
          </p:cNvSpPr>
          <p:nvPr>
            <p:ph idx="1"/>
          </p:nvPr>
        </p:nvSpPr>
        <p:spPr/>
        <p:txBody>
          <a:bodyPr/>
          <a:lstStyle/>
          <a:p>
            <a:endParaRPr lang="en-IN" dirty="0"/>
          </a:p>
          <a:p>
            <a:r>
              <a:rPr lang="en-IN" dirty="0"/>
              <a:t>Introduction</a:t>
            </a:r>
          </a:p>
          <a:p>
            <a:r>
              <a:rPr lang="en-IN" dirty="0"/>
              <a:t>Realization of gates  using NAND &amp;NOR gates</a:t>
            </a:r>
          </a:p>
          <a:p>
            <a:r>
              <a:rPr lang="en-IN" dirty="0"/>
              <a:t>Mux as a Buffer</a:t>
            </a:r>
          </a:p>
          <a:p>
            <a:r>
              <a:rPr lang="en-IN" dirty="0"/>
              <a:t>Mux as an Inverter</a:t>
            </a:r>
          </a:p>
        </p:txBody>
      </p:sp>
    </p:spTree>
    <p:extLst>
      <p:ext uri="{BB962C8B-B14F-4D97-AF65-F5344CB8AC3E}">
        <p14:creationId xmlns:p14="http://schemas.microsoft.com/office/powerpoint/2010/main" val="4045959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5DC50-F39A-94EE-3B1A-2EA67FC5D815}"/>
              </a:ext>
            </a:extLst>
          </p:cNvPr>
          <p:cNvSpPr>
            <a:spLocks noGrp="1"/>
          </p:cNvSpPr>
          <p:nvPr>
            <p:ph idx="1"/>
          </p:nvPr>
        </p:nvSpPr>
        <p:spPr/>
        <p:txBody>
          <a:bodyPr/>
          <a:lstStyle/>
          <a:p>
            <a:r>
              <a:rPr lang="en-US" dirty="0"/>
              <a:t>In Boolean Algebra, the </a:t>
            </a:r>
            <a:r>
              <a:rPr lang="en-US" b="1" dirty="0"/>
              <a:t>NAND</a:t>
            </a:r>
            <a:r>
              <a:rPr lang="en-US" dirty="0"/>
              <a:t> and </a:t>
            </a:r>
            <a:r>
              <a:rPr lang="en-US" b="1" dirty="0"/>
              <a:t>NOR</a:t>
            </a:r>
            <a:r>
              <a:rPr lang="en-US" dirty="0"/>
              <a:t> gates are called </a:t>
            </a:r>
            <a:r>
              <a:rPr lang="en-US" b="1" dirty="0"/>
              <a:t>universal gates</a:t>
            </a:r>
            <a:r>
              <a:rPr lang="en-US" dirty="0"/>
              <a:t> because any digital circuit can be implemented by using any one of these.</a:t>
            </a:r>
          </a:p>
          <a:p>
            <a:endParaRPr lang="en-US" dirty="0"/>
          </a:p>
          <a:p>
            <a:endParaRPr lang="en-IN" dirty="0"/>
          </a:p>
        </p:txBody>
      </p:sp>
      <p:pic>
        <p:nvPicPr>
          <p:cNvPr id="6" name="Picture 5">
            <a:extLst>
              <a:ext uri="{FF2B5EF4-FFF2-40B4-BE49-F238E27FC236}">
                <a16:creationId xmlns:a16="http://schemas.microsoft.com/office/drawing/2014/main" id="{DFA5386A-B47A-360B-0B60-D08E123AF191}"/>
              </a:ext>
            </a:extLst>
          </p:cNvPr>
          <p:cNvPicPr>
            <a:picLocks noChangeAspect="1"/>
          </p:cNvPicPr>
          <p:nvPr/>
        </p:nvPicPr>
        <p:blipFill>
          <a:blip r:embed="rId2"/>
          <a:stretch>
            <a:fillRect/>
          </a:stretch>
        </p:blipFill>
        <p:spPr>
          <a:xfrm>
            <a:off x="1466716" y="3786947"/>
            <a:ext cx="3086367" cy="2232853"/>
          </a:xfrm>
          <a:prstGeom prst="rect">
            <a:avLst/>
          </a:prstGeom>
        </p:spPr>
      </p:pic>
      <p:sp>
        <p:nvSpPr>
          <p:cNvPr id="5" name="Title 4">
            <a:extLst>
              <a:ext uri="{FF2B5EF4-FFF2-40B4-BE49-F238E27FC236}">
                <a16:creationId xmlns:a16="http://schemas.microsoft.com/office/drawing/2014/main" id="{F9952456-4867-39F7-CCE1-BA5A04C4EA17}"/>
              </a:ext>
            </a:extLst>
          </p:cNvPr>
          <p:cNvSpPr>
            <a:spLocks noGrp="1"/>
          </p:cNvSpPr>
          <p:nvPr>
            <p:ph type="title"/>
          </p:nvPr>
        </p:nvSpPr>
        <p:spPr/>
        <p:txBody>
          <a:bodyPr/>
          <a:lstStyle/>
          <a:p>
            <a:r>
              <a:rPr lang="en-IN" dirty="0"/>
              <a:t>                Introduction</a:t>
            </a:r>
          </a:p>
        </p:txBody>
      </p:sp>
    </p:spTree>
    <p:extLst>
      <p:ext uri="{BB962C8B-B14F-4D97-AF65-F5344CB8AC3E}">
        <p14:creationId xmlns:p14="http://schemas.microsoft.com/office/powerpoint/2010/main" val="2154618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BB881-2CB1-9932-8892-077128F123C3}"/>
              </a:ext>
            </a:extLst>
          </p:cNvPr>
          <p:cNvSpPr>
            <a:spLocks noGrp="1"/>
          </p:cNvSpPr>
          <p:nvPr>
            <p:ph type="title"/>
          </p:nvPr>
        </p:nvSpPr>
        <p:spPr/>
        <p:txBody>
          <a:bodyPr/>
          <a:lstStyle/>
          <a:p>
            <a:r>
              <a:rPr lang="en-US" sz="2400" b="1" dirty="0"/>
              <a:t>Implementation of NOT Gate using Universal gates.</a:t>
            </a:r>
            <a:br>
              <a:rPr lang="en-US" sz="2400" b="1" dirty="0"/>
            </a:br>
            <a:endParaRPr lang="en-IN" sz="2400" dirty="0"/>
          </a:p>
        </p:txBody>
      </p:sp>
      <p:sp>
        <p:nvSpPr>
          <p:cNvPr id="4" name="Content Placeholder 3">
            <a:extLst>
              <a:ext uri="{FF2B5EF4-FFF2-40B4-BE49-F238E27FC236}">
                <a16:creationId xmlns:a16="http://schemas.microsoft.com/office/drawing/2014/main" id="{DD88F2F1-E836-79D1-942D-3F88DAC592A7}"/>
              </a:ext>
            </a:extLst>
          </p:cNvPr>
          <p:cNvSpPr>
            <a:spLocks noGrp="1"/>
          </p:cNvSpPr>
          <p:nvPr>
            <p:ph idx="1"/>
          </p:nvPr>
        </p:nvSpPr>
        <p:spPr>
          <a:xfrm>
            <a:off x="947058" y="2392136"/>
            <a:ext cx="9033556" cy="3627664"/>
          </a:xfrm>
        </p:spPr>
        <p:txBody>
          <a:bodyPr/>
          <a:lstStyle/>
          <a:p>
            <a:r>
              <a:rPr lang="en-IN" b="1" dirty="0"/>
              <a:t>Implementation  NOT using NAND Gates:</a:t>
            </a:r>
          </a:p>
          <a:p>
            <a:pPr marL="0" indent="0">
              <a:buNone/>
            </a:pPr>
            <a:r>
              <a:rPr lang="en-US" dirty="0"/>
              <a:t>A single NAND gate with  joining of both inputs connected respond to a NOT gate. The NOT gate function is achieved as the result of NAND operation because the input signal is inverted.</a:t>
            </a:r>
          </a:p>
          <a:p>
            <a:endParaRPr lang="en-IN" b="1" dirty="0"/>
          </a:p>
          <a:p>
            <a:endParaRPr lang="en-IN" dirty="0"/>
          </a:p>
        </p:txBody>
      </p:sp>
      <p:pic>
        <p:nvPicPr>
          <p:cNvPr id="1028" name="Picture 4" descr="Implementation using NAND Gates">
            <a:extLst>
              <a:ext uri="{FF2B5EF4-FFF2-40B4-BE49-F238E27FC236}">
                <a16:creationId xmlns:a16="http://schemas.microsoft.com/office/drawing/2014/main" id="{20C8CA4D-F1E4-38DB-5EC2-564FBEA0BC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7996" y="3698421"/>
            <a:ext cx="6158844" cy="2898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233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CA13A-A99A-2EC9-46DF-7D5C8B6787D5}"/>
              </a:ext>
            </a:extLst>
          </p:cNvPr>
          <p:cNvSpPr>
            <a:spLocks noGrp="1"/>
          </p:cNvSpPr>
          <p:nvPr>
            <p:ph type="title"/>
          </p:nvPr>
        </p:nvSpPr>
        <p:spPr/>
        <p:txBody>
          <a:bodyPr/>
          <a:lstStyle/>
          <a:p>
            <a:r>
              <a:rPr lang="en-IN" b="1" dirty="0"/>
              <a:t>Implementation Using NOR Gates</a:t>
            </a:r>
            <a:br>
              <a:rPr lang="en-IN" b="1" dirty="0"/>
            </a:br>
            <a:endParaRPr lang="en-IN" dirty="0"/>
          </a:p>
        </p:txBody>
      </p:sp>
      <p:sp>
        <p:nvSpPr>
          <p:cNvPr id="3" name="Content Placeholder 2">
            <a:extLst>
              <a:ext uri="{FF2B5EF4-FFF2-40B4-BE49-F238E27FC236}">
                <a16:creationId xmlns:a16="http://schemas.microsoft.com/office/drawing/2014/main" id="{F1CFFA6F-B28C-7829-D224-B4A9A489D265}"/>
              </a:ext>
            </a:extLst>
          </p:cNvPr>
          <p:cNvSpPr>
            <a:spLocks noGrp="1"/>
          </p:cNvSpPr>
          <p:nvPr>
            <p:ph idx="1"/>
          </p:nvPr>
        </p:nvSpPr>
        <p:spPr/>
        <p:txBody>
          <a:bodyPr/>
          <a:lstStyle/>
          <a:p>
            <a:pPr fontAlgn="base"/>
            <a:r>
              <a:rPr lang="en-US" b="1" dirty="0"/>
              <a:t>Implementation NOT Using NOR Gates</a:t>
            </a:r>
          </a:p>
          <a:p>
            <a:pPr marL="0" indent="0" fontAlgn="base">
              <a:buNone/>
            </a:pPr>
            <a:r>
              <a:rPr lang="en-US" dirty="0"/>
              <a:t>A single NOR gate with joining of both inputs perform the function of NOT gate. The input is negated and the output thus obtained is the inversion that is characteristic of an NOT gate.</a:t>
            </a:r>
          </a:p>
          <a:p>
            <a:endParaRPr lang="en-IN" dirty="0"/>
          </a:p>
        </p:txBody>
      </p:sp>
      <p:pic>
        <p:nvPicPr>
          <p:cNvPr id="2056" name="Picture 8" descr="Implementation Using NOR Gates">
            <a:extLst>
              <a:ext uri="{FF2B5EF4-FFF2-40B4-BE49-F238E27FC236}">
                <a16:creationId xmlns:a16="http://schemas.microsoft.com/office/drawing/2014/main" id="{0AC66A31-354E-B7BE-F6FD-C3E34A154A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6757" y="3915456"/>
            <a:ext cx="5600700"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685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E4030-060D-4E96-9248-4146FF0E8B23}"/>
              </a:ext>
            </a:extLst>
          </p:cNvPr>
          <p:cNvSpPr>
            <a:spLocks noGrp="1"/>
          </p:cNvSpPr>
          <p:nvPr>
            <p:ph type="title"/>
          </p:nvPr>
        </p:nvSpPr>
        <p:spPr/>
        <p:txBody>
          <a:bodyPr/>
          <a:lstStyle/>
          <a:p>
            <a:r>
              <a:rPr lang="en-US" sz="2400" b="1" dirty="0"/>
              <a:t>Implementation of AND Gate using Universal Gates</a:t>
            </a:r>
            <a:br>
              <a:rPr lang="en-US" sz="2400" b="1" dirty="0"/>
            </a:br>
            <a:endParaRPr lang="en-IN" sz="2400" dirty="0"/>
          </a:p>
        </p:txBody>
      </p:sp>
      <p:sp>
        <p:nvSpPr>
          <p:cNvPr id="4" name="Content Placeholder 3">
            <a:extLst>
              <a:ext uri="{FF2B5EF4-FFF2-40B4-BE49-F238E27FC236}">
                <a16:creationId xmlns:a16="http://schemas.microsoft.com/office/drawing/2014/main" id="{EF0B11E6-C226-9B33-EEC2-EA65088A7FAB}"/>
              </a:ext>
            </a:extLst>
          </p:cNvPr>
          <p:cNvSpPr>
            <a:spLocks noGrp="1"/>
          </p:cNvSpPr>
          <p:nvPr>
            <p:ph idx="1"/>
          </p:nvPr>
        </p:nvSpPr>
        <p:spPr/>
        <p:txBody>
          <a:bodyPr/>
          <a:lstStyle/>
          <a:p>
            <a:r>
              <a:rPr lang="en-US" dirty="0"/>
              <a:t>The AND gate is implemented using two NAND gates where the output is HIGH only when both inputs are HIGH. The first NAND gate performs a standard NAND functions, the second NAND gate has both inputs tied to the output of the initial NAND gate</a:t>
            </a:r>
          </a:p>
          <a:p>
            <a:endParaRPr lang="en-IN" dirty="0"/>
          </a:p>
        </p:txBody>
      </p:sp>
      <p:pic>
        <p:nvPicPr>
          <p:cNvPr id="3074" name="Picture 2" descr="Implementation using NAND Gates">
            <a:extLst>
              <a:ext uri="{FF2B5EF4-FFF2-40B4-BE49-F238E27FC236}">
                <a16:creationId xmlns:a16="http://schemas.microsoft.com/office/drawing/2014/main" id="{06A015F5-BD0A-D230-A9AF-5B9EE032D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V="1">
            <a:off x="2710542" y="3895492"/>
            <a:ext cx="4193721" cy="1988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3543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EDFB5-1C14-7EEA-2320-CBE61B4B521C}"/>
              </a:ext>
            </a:extLst>
          </p:cNvPr>
          <p:cNvSpPr>
            <a:spLocks noGrp="1"/>
          </p:cNvSpPr>
          <p:nvPr>
            <p:ph type="title"/>
          </p:nvPr>
        </p:nvSpPr>
        <p:spPr/>
        <p:txBody>
          <a:bodyPr/>
          <a:lstStyle/>
          <a:p>
            <a:br>
              <a:rPr lang="en-IN" dirty="0"/>
            </a:br>
            <a:br>
              <a:rPr lang="en-IN" dirty="0"/>
            </a:br>
            <a:br>
              <a:rPr lang="en-IN" dirty="0"/>
            </a:br>
            <a:br>
              <a:rPr lang="en-IN" dirty="0"/>
            </a:br>
            <a:br>
              <a:rPr lang="en-IN" dirty="0"/>
            </a:br>
            <a:br>
              <a:rPr lang="en-IN" dirty="0"/>
            </a:br>
            <a:br>
              <a:rPr lang="en-IN" dirty="0"/>
            </a:br>
            <a:br>
              <a:rPr lang="en-IN" dirty="0"/>
            </a:br>
            <a:br>
              <a:rPr lang="en-IN" dirty="0"/>
            </a:br>
            <a:endParaRPr lang="en-IN" dirty="0"/>
          </a:p>
        </p:txBody>
      </p:sp>
      <p:sp>
        <p:nvSpPr>
          <p:cNvPr id="3" name="Content Placeholder 2">
            <a:extLst>
              <a:ext uri="{FF2B5EF4-FFF2-40B4-BE49-F238E27FC236}">
                <a16:creationId xmlns:a16="http://schemas.microsoft.com/office/drawing/2014/main" id="{D4153A1D-CE80-F720-F3FF-3B8E8EDC0110}"/>
              </a:ext>
            </a:extLst>
          </p:cNvPr>
          <p:cNvSpPr>
            <a:spLocks noGrp="1"/>
          </p:cNvSpPr>
          <p:nvPr>
            <p:ph idx="1"/>
          </p:nvPr>
        </p:nvSpPr>
        <p:spPr/>
        <p:txBody>
          <a:bodyPr/>
          <a:lstStyle/>
          <a:p>
            <a:r>
              <a:rPr lang="en-US" dirty="0"/>
              <a:t>AND gate is implemented using three NOR gates and the setting of this Gate is referred to as 111. The inputs are then transformed with the use of a NOR gate and then they are negated one more time by using two more NOR gates</a:t>
            </a:r>
          </a:p>
          <a:p>
            <a:endParaRPr lang="en-IN" dirty="0"/>
          </a:p>
        </p:txBody>
      </p:sp>
      <p:pic>
        <p:nvPicPr>
          <p:cNvPr id="4100" name="Picture 4" descr=" Implementation using NOR Gates">
            <a:extLst>
              <a:ext uri="{FF2B5EF4-FFF2-40B4-BE49-F238E27FC236}">
                <a16:creationId xmlns:a16="http://schemas.microsoft.com/office/drawing/2014/main" id="{66CC55C0-29F9-34CC-DF7F-39D2D33054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9121" y="3926342"/>
            <a:ext cx="6286500" cy="25812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288E76F-53FA-3B07-C010-6A02A3368D78}"/>
              </a:ext>
            </a:extLst>
          </p:cNvPr>
          <p:cNvSpPr txBox="1"/>
          <p:nvPr/>
        </p:nvSpPr>
        <p:spPr>
          <a:xfrm>
            <a:off x="1387929" y="973668"/>
            <a:ext cx="7421335" cy="646331"/>
          </a:xfrm>
          <a:prstGeom prst="rect">
            <a:avLst/>
          </a:prstGeom>
          <a:noFill/>
        </p:spPr>
        <p:txBody>
          <a:bodyPr wrap="square">
            <a:spAutoFit/>
          </a:bodyPr>
          <a:lstStyle/>
          <a:p>
            <a:r>
              <a:rPr lang="en-US" b="1" dirty="0"/>
              <a:t>Implementation of AND Gate using Universal Gates</a:t>
            </a:r>
            <a:br>
              <a:rPr lang="en-US" b="1" dirty="0"/>
            </a:br>
            <a:endParaRPr lang="en-IN" dirty="0"/>
          </a:p>
        </p:txBody>
      </p:sp>
    </p:spTree>
    <p:extLst>
      <p:ext uri="{BB962C8B-B14F-4D97-AF65-F5344CB8AC3E}">
        <p14:creationId xmlns:p14="http://schemas.microsoft.com/office/powerpoint/2010/main" val="2415501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9EFE1-08C8-DE24-225D-DB1EBDA384AA}"/>
              </a:ext>
            </a:extLst>
          </p:cNvPr>
          <p:cNvSpPr>
            <a:spLocks noGrp="1"/>
          </p:cNvSpPr>
          <p:nvPr>
            <p:ph type="title"/>
          </p:nvPr>
        </p:nvSpPr>
        <p:spPr>
          <a:xfrm>
            <a:off x="1182168" y="941010"/>
            <a:ext cx="8761413" cy="706964"/>
          </a:xfrm>
        </p:spPr>
        <p:txBody>
          <a:bodyPr/>
          <a:lstStyle/>
          <a:p>
            <a:r>
              <a:rPr lang="en-US" sz="2400" b="1" dirty="0"/>
              <a:t>Implementation of OR Gate using Universal Gates</a:t>
            </a:r>
            <a:br>
              <a:rPr lang="en-US" sz="2400" b="1" dirty="0"/>
            </a:br>
            <a:endParaRPr lang="en-IN" sz="2400" dirty="0"/>
          </a:p>
        </p:txBody>
      </p:sp>
      <p:sp>
        <p:nvSpPr>
          <p:cNvPr id="3" name="Content Placeholder 2">
            <a:extLst>
              <a:ext uri="{FF2B5EF4-FFF2-40B4-BE49-F238E27FC236}">
                <a16:creationId xmlns:a16="http://schemas.microsoft.com/office/drawing/2014/main" id="{3D910614-0D54-E43E-5D5F-EE736C73B3A8}"/>
              </a:ext>
            </a:extLst>
          </p:cNvPr>
          <p:cNvSpPr>
            <a:spLocks noGrp="1"/>
          </p:cNvSpPr>
          <p:nvPr>
            <p:ph idx="1"/>
          </p:nvPr>
        </p:nvSpPr>
        <p:spPr>
          <a:xfrm>
            <a:off x="1326404" y="2303385"/>
            <a:ext cx="8825659" cy="3781729"/>
          </a:xfrm>
        </p:spPr>
        <p:txBody>
          <a:bodyPr/>
          <a:lstStyle/>
          <a:p>
            <a:pPr fontAlgn="base"/>
            <a:r>
              <a:rPr lang="en-US" b="1" dirty="0"/>
              <a:t>Implementation OR Using NAND Gates</a:t>
            </a:r>
          </a:p>
          <a:p>
            <a:pPr marL="0" indent="0" fontAlgn="base">
              <a:buNone/>
            </a:pPr>
            <a:r>
              <a:rPr lang="en-US" dirty="0"/>
              <a:t>It is implemented using three NAND gates. The inputs are first inverted using two NAND gates having their inputs probed in parallel and then the inverted outputs are connected with the input of third NAND gate. The last NAND gate effectively performs the inverted signals to give the required OR gate function</a:t>
            </a:r>
          </a:p>
          <a:p>
            <a:endParaRPr lang="en-IN" dirty="0"/>
          </a:p>
        </p:txBody>
      </p:sp>
      <p:pic>
        <p:nvPicPr>
          <p:cNvPr id="5124" name="Picture 4" descr="Implementation Using NAND Gates">
            <a:extLst>
              <a:ext uri="{FF2B5EF4-FFF2-40B4-BE49-F238E27FC236}">
                <a16:creationId xmlns:a16="http://schemas.microsoft.com/office/drawing/2014/main" id="{322FF7AA-DAA9-BD57-5AD5-8B914E9040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4113" y="3914775"/>
            <a:ext cx="6286500" cy="294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3287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B478D-0D44-291E-33D2-C4F9D7640907}"/>
              </a:ext>
            </a:extLst>
          </p:cNvPr>
          <p:cNvSpPr>
            <a:spLocks noGrp="1"/>
          </p:cNvSpPr>
          <p:nvPr>
            <p:ph type="title"/>
          </p:nvPr>
        </p:nvSpPr>
        <p:spPr/>
        <p:txBody>
          <a:bodyPr/>
          <a:lstStyle/>
          <a:p>
            <a:br>
              <a:rPr lang="en-IN" sz="2800" dirty="0"/>
            </a:br>
            <a:br>
              <a:rPr lang="en-IN" sz="2800" dirty="0"/>
            </a:br>
            <a:br>
              <a:rPr lang="en-IN" sz="2800" dirty="0"/>
            </a:br>
            <a:br>
              <a:rPr lang="en-IN" sz="2800" dirty="0"/>
            </a:br>
            <a:r>
              <a:rPr lang="en-US" sz="2800" b="1" dirty="0"/>
              <a:t>Implementation of OR Gate using Universal Gates</a:t>
            </a:r>
            <a:br>
              <a:rPr lang="en-US" sz="2800" b="1" dirty="0"/>
            </a:br>
            <a:br>
              <a:rPr lang="en-IN" sz="2800" dirty="0"/>
            </a:br>
            <a:br>
              <a:rPr lang="en-IN" sz="2800" dirty="0"/>
            </a:br>
            <a:br>
              <a:rPr lang="en-IN" sz="2800" dirty="0"/>
            </a:br>
            <a:br>
              <a:rPr lang="en-IN" sz="2800" dirty="0"/>
            </a:br>
            <a:endParaRPr lang="en-IN" sz="2800" dirty="0"/>
          </a:p>
        </p:txBody>
      </p:sp>
      <p:sp>
        <p:nvSpPr>
          <p:cNvPr id="3" name="Content Placeholder 2">
            <a:extLst>
              <a:ext uri="{FF2B5EF4-FFF2-40B4-BE49-F238E27FC236}">
                <a16:creationId xmlns:a16="http://schemas.microsoft.com/office/drawing/2014/main" id="{9470B303-9C6D-B6A3-5467-318EBA85428A}"/>
              </a:ext>
            </a:extLst>
          </p:cNvPr>
          <p:cNvSpPr>
            <a:spLocks noGrp="1"/>
          </p:cNvSpPr>
          <p:nvPr>
            <p:ph idx="1"/>
          </p:nvPr>
        </p:nvSpPr>
        <p:spPr/>
        <p:txBody>
          <a:bodyPr/>
          <a:lstStyle/>
          <a:p>
            <a:pPr fontAlgn="base"/>
            <a:r>
              <a:rPr lang="en-US" b="1" dirty="0"/>
              <a:t>Implementation using NOR Gates</a:t>
            </a:r>
          </a:p>
          <a:p>
            <a:pPr marL="0" indent="0" fontAlgn="base">
              <a:buNone/>
            </a:pPr>
            <a:r>
              <a:rPr lang="en-US" dirty="0"/>
              <a:t>The OR gate is created by using an inverse of the output of the Nor operation. An inverted form of the inputs is provided directly into the NOR gate while the output is provided in NOR gate using fixed inputs</a:t>
            </a:r>
          </a:p>
          <a:p>
            <a:pPr marL="0" indent="0" fontAlgn="base">
              <a:buNone/>
            </a:pPr>
            <a:endParaRPr lang="en-US" dirty="0"/>
          </a:p>
          <a:p>
            <a:endParaRPr lang="en-IN" dirty="0"/>
          </a:p>
        </p:txBody>
      </p:sp>
      <p:pic>
        <p:nvPicPr>
          <p:cNvPr id="6146" name="Picture 2" descr="Implementation using NOR Gates">
            <a:extLst>
              <a:ext uri="{FF2B5EF4-FFF2-40B4-BE49-F238E27FC236}">
                <a16:creationId xmlns:a16="http://schemas.microsoft.com/office/drawing/2014/main" id="{7D780811-AFC9-5DBC-DA6A-CF3FB85A42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1685" y="3905250"/>
            <a:ext cx="6286500"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436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A84E3-A405-9981-8DA5-6544558FF119}"/>
              </a:ext>
            </a:extLst>
          </p:cNvPr>
          <p:cNvSpPr>
            <a:spLocks noGrp="1"/>
          </p:cNvSpPr>
          <p:nvPr>
            <p:ph type="title"/>
          </p:nvPr>
        </p:nvSpPr>
        <p:spPr/>
        <p:txBody>
          <a:bodyPr/>
          <a:lstStyle/>
          <a:p>
            <a:r>
              <a:rPr lang="en-US" sz="2400" b="1" dirty="0"/>
              <a:t>Implementation of XOR Gate using Universal gates.</a:t>
            </a:r>
            <a:br>
              <a:rPr lang="en-US" sz="2400" b="1" dirty="0"/>
            </a:br>
            <a:endParaRPr lang="en-IN" sz="2400" dirty="0"/>
          </a:p>
        </p:txBody>
      </p:sp>
      <p:sp>
        <p:nvSpPr>
          <p:cNvPr id="3" name="Content Placeholder 2">
            <a:extLst>
              <a:ext uri="{FF2B5EF4-FFF2-40B4-BE49-F238E27FC236}">
                <a16:creationId xmlns:a16="http://schemas.microsoft.com/office/drawing/2014/main" id="{BE38F67E-9DC4-A496-A663-271F34F15BE5}"/>
              </a:ext>
            </a:extLst>
          </p:cNvPr>
          <p:cNvSpPr>
            <a:spLocks noGrp="1"/>
          </p:cNvSpPr>
          <p:nvPr>
            <p:ph idx="1"/>
          </p:nvPr>
        </p:nvSpPr>
        <p:spPr/>
        <p:txBody>
          <a:bodyPr/>
          <a:lstStyle/>
          <a:p>
            <a:pPr fontAlgn="base"/>
            <a:r>
              <a:rPr lang="en-US" b="1" dirty="0"/>
              <a:t>Implementation using NAND Gate:</a:t>
            </a:r>
          </a:p>
          <a:p>
            <a:pPr marL="0" indent="0" fontAlgn="base">
              <a:buNone/>
            </a:pPr>
            <a:r>
              <a:rPr lang="en-US" dirty="0"/>
              <a:t>XOR gate can be implemented using four NAND gates as illustrated below. The circuit first detects differences between inputs and processes them to produce the XOR function.</a:t>
            </a:r>
          </a:p>
          <a:p>
            <a:endParaRPr lang="en-IN" dirty="0"/>
          </a:p>
        </p:txBody>
      </p:sp>
      <p:pic>
        <p:nvPicPr>
          <p:cNvPr id="7172" name="Picture 4" descr="Implementation using NAND Gates">
            <a:extLst>
              <a:ext uri="{FF2B5EF4-FFF2-40B4-BE49-F238E27FC236}">
                <a16:creationId xmlns:a16="http://schemas.microsoft.com/office/drawing/2014/main" id="{BEF7BEDA-B568-6D90-390D-11DEC325D5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1007" y="4000500"/>
            <a:ext cx="628650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6785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6C409-FCB1-5DC5-57EE-1CE2267900DE}"/>
              </a:ext>
            </a:extLst>
          </p:cNvPr>
          <p:cNvSpPr>
            <a:spLocks noGrp="1"/>
          </p:cNvSpPr>
          <p:nvPr>
            <p:ph type="title"/>
          </p:nvPr>
        </p:nvSpPr>
        <p:spPr/>
        <p:txBody>
          <a:bodyPr/>
          <a:lstStyle/>
          <a:p>
            <a:r>
              <a:rPr lang="en-US" sz="2000" b="1" dirty="0"/>
              <a:t>Implementation of XOR Gate using Universal gates.</a:t>
            </a:r>
            <a:br>
              <a:rPr lang="en-US" sz="2000" b="1" dirty="0"/>
            </a:br>
            <a:endParaRPr lang="en-IN" sz="2000" dirty="0"/>
          </a:p>
        </p:txBody>
      </p:sp>
      <p:sp>
        <p:nvSpPr>
          <p:cNvPr id="3" name="Content Placeholder 2">
            <a:extLst>
              <a:ext uri="{FF2B5EF4-FFF2-40B4-BE49-F238E27FC236}">
                <a16:creationId xmlns:a16="http://schemas.microsoft.com/office/drawing/2014/main" id="{5FD612C3-DA50-3AE4-B402-FCBBF81E7017}"/>
              </a:ext>
            </a:extLst>
          </p:cNvPr>
          <p:cNvSpPr>
            <a:spLocks noGrp="1"/>
          </p:cNvSpPr>
          <p:nvPr>
            <p:ph idx="1"/>
          </p:nvPr>
        </p:nvSpPr>
        <p:spPr>
          <a:xfrm>
            <a:off x="1094498" y="2554514"/>
            <a:ext cx="8825659" cy="3416300"/>
          </a:xfrm>
        </p:spPr>
        <p:txBody>
          <a:bodyPr/>
          <a:lstStyle/>
          <a:p>
            <a:pPr fontAlgn="base"/>
            <a:r>
              <a:rPr lang="en-US" b="1" dirty="0"/>
              <a:t>Implementation Using NOR Gates</a:t>
            </a:r>
          </a:p>
          <a:p>
            <a:pPr marL="0" indent="0" fontAlgn="base">
              <a:buNone/>
            </a:pPr>
            <a:r>
              <a:rPr lang="en-US" dirty="0"/>
              <a:t>The XOR gate is implemented by five gates and these gates are the NOR gates. The inputs are then passed through a number of NOR gates to remove all the non-exclusive conditions before the XOR is applied to them.</a:t>
            </a:r>
          </a:p>
          <a:p>
            <a:endParaRPr lang="en-IN" dirty="0"/>
          </a:p>
        </p:txBody>
      </p:sp>
      <p:pic>
        <p:nvPicPr>
          <p:cNvPr id="8194" name="Picture 2" descr="Implementation Using NOR Gates">
            <a:extLst>
              <a:ext uri="{FF2B5EF4-FFF2-40B4-BE49-F238E27FC236}">
                <a16:creationId xmlns:a16="http://schemas.microsoft.com/office/drawing/2014/main" id="{396AF78D-BBA5-79EB-AA3D-9175E281F3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5114" y="4086905"/>
            <a:ext cx="6286500" cy="2505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5243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81832-204A-7436-ED7D-BA590A049BAA}"/>
              </a:ext>
            </a:extLst>
          </p:cNvPr>
          <p:cNvSpPr>
            <a:spLocks noGrp="1"/>
          </p:cNvSpPr>
          <p:nvPr>
            <p:ph type="title"/>
          </p:nvPr>
        </p:nvSpPr>
        <p:spPr/>
        <p:txBody>
          <a:bodyPr/>
          <a:lstStyle/>
          <a:p>
            <a:r>
              <a:rPr lang="en-US" sz="2400" b="1" dirty="0"/>
              <a:t>Implementation of XNOR Gate using Universal Gates</a:t>
            </a:r>
            <a:br>
              <a:rPr lang="en-US" sz="2400" b="1" dirty="0"/>
            </a:br>
            <a:endParaRPr lang="en-IN" sz="2400" dirty="0"/>
          </a:p>
        </p:txBody>
      </p:sp>
      <p:sp>
        <p:nvSpPr>
          <p:cNvPr id="3" name="Content Placeholder 2">
            <a:extLst>
              <a:ext uri="{FF2B5EF4-FFF2-40B4-BE49-F238E27FC236}">
                <a16:creationId xmlns:a16="http://schemas.microsoft.com/office/drawing/2014/main" id="{0FA25BE3-5F3B-66BA-54E2-50074A70F725}"/>
              </a:ext>
            </a:extLst>
          </p:cNvPr>
          <p:cNvSpPr>
            <a:spLocks noGrp="1"/>
          </p:cNvSpPr>
          <p:nvPr>
            <p:ph idx="1"/>
          </p:nvPr>
        </p:nvSpPr>
        <p:spPr/>
        <p:txBody>
          <a:bodyPr/>
          <a:lstStyle/>
          <a:p>
            <a:pPr fontAlgn="base"/>
            <a:r>
              <a:rPr lang="en-US" b="1" dirty="0"/>
              <a:t>Implementation Using NAND Gate</a:t>
            </a:r>
          </a:p>
          <a:p>
            <a:pPr marL="0" indent="0" fontAlgn="base">
              <a:buNone/>
            </a:pPr>
            <a:r>
              <a:rPr lang="en-US" dirty="0"/>
              <a:t>XNOR gate is implemented by five NAND gates to make the circuit. The XOR logic is first obtained, and then the outgoing XOR signal is passed through a NAND gate that negates it to obtain the XNOR function.</a:t>
            </a:r>
          </a:p>
          <a:p>
            <a:pPr marL="0" indent="0">
              <a:buNone/>
            </a:pPr>
            <a:endParaRPr lang="en-IN" dirty="0"/>
          </a:p>
        </p:txBody>
      </p:sp>
      <p:pic>
        <p:nvPicPr>
          <p:cNvPr id="9218" name="Picture 2" descr="Implementation Using NAND Gate">
            <a:extLst>
              <a:ext uri="{FF2B5EF4-FFF2-40B4-BE49-F238E27FC236}">
                <a16:creationId xmlns:a16="http://schemas.microsoft.com/office/drawing/2014/main" id="{56E46274-CC7D-F9CC-ABAF-C6184BD885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4678" y="3964442"/>
            <a:ext cx="6286500"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1631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D6F54-59BC-DCA6-651D-B3FC47D24202}"/>
              </a:ext>
            </a:extLst>
          </p:cNvPr>
          <p:cNvSpPr>
            <a:spLocks noGrp="1"/>
          </p:cNvSpPr>
          <p:nvPr>
            <p:ph type="title"/>
          </p:nvPr>
        </p:nvSpPr>
        <p:spPr/>
        <p:txBody>
          <a:bodyPr/>
          <a:lstStyle/>
          <a:p>
            <a:br>
              <a:rPr lang="en-IN" sz="2400" dirty="0"/>
            </a:br>
            <a:br>
              <a:rPr lang="en-IN" sz="2400" dirty="0"/>
            </a:br>
            <a:br>
              <a:rPr lang="en-IN" sz="2400" dirty="0"/>
            </a:br>
            <a:br>
              <a:rPr lang="en-IN" sz="2400" dirty="0"/>
            </a:br>
            <a:r>
              <a:rPr lang="en-US" sz="2400" b="1" dirty="0"/>
              <a:t>Implementation of XNOR Gate using Universal Gates</a:t>
            </a:r>
            <a:br>
              <a:rPr lang="en-US" sz="2400" b="1" dirty="0"/>
            </a:br>
            <a:br>
              <a:rPr lang="en-IN" sz="2400" dirty="0"/>
            </a:br>
            <a:br>
              <a:rPr lang="en-IN" sz="2400" dirty="0"/>
            </a:br>
            <a:br>
              <a:rPr lang="en-IN" sz="2400" dirty="0"/>
            </a:br>
            <a:br>
              <a:rPr lang="en-IN" sz="2400" dirty="0"/>
            </a:br>
            <a:br>
              <a:rPr lang="en-IN" sz="2400" dirty="0"/>
            </a:br>
            <a:endParaRPr lang="en-IN" sz="2400" dirty="0"/>
          </a:p>
        </p:txBody>
      </p:sp>
      <p:sp>
        <p:nvSpPr>
          <p:cNvPr id="3" name="Content Placeholder 2">
            <a:extLst>
              <a:ext uri="{FF2B5EF4-FFF2-40B4-BE49-F238E27FC236}">
                <a16:creationId xmlns:a16="http://schemas.microsoft.com/office/drawing/2014/main" id="{33EC9541-E3EC-129C-6E2D-2A4A88E2C912}"/>
              </a:ext>
            </a:extLst>
          </p:cNvPr>
          <p:cNvSpPr>
            <a:spLocks noGrp="1"/>
          </p:cNvSpPr>
          <p:nvPr>
            <p:ph idx="1"/>
          </p:nvPr>
        </p:nvSpPr>
        <p:spPr/>
        <p:txBody>
          <a:bodyPr/>
          <a:lstStyle/>
          <a:p>
            <a:pPr fontAlgn="base"/>
            <a:r>
              <a:rPr lang="en-US" b="1" dirty="0"/>
              <a:t>Implementation Using NOR Gate</a:t>
            </a:r>
          </a:p>
          <a:p>
            <a:pPr fontAlgn="base"/>
            <a:r>
              <a:rPr lang="en-US" dirty="0"/>
              <a:t>The XNOR gate can be implemented using four NOR gates. The XOR logic is then allowed to pass through a NOR gate, and the logic of output obtained will be the XNOR.</a:t>
            </a:r>
          </a:p>
          <a:p>
            <a:endParaRPr lang="en-IN" dirty="0"/>
          </a:p>
        </p:txBody>
      </p:sp>
      <p:pic>
        <p:nvPicPr>
          <p:cNvPr id="10242" name="Picture 2" descr=" Implementation Using NOR Gate">
            <a:extLst>
              <a:ext uri="{FF2B5EF4-FFF2-40B4-BE49-F238E27FC236}">
                <a16:creationId xmlns:a16="http://schemas.microsoft.com/office/drawing/2014/main" id="{852B72C0-DCE9-0FB0-A60F-B66DB907AA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1387" y="3867831"/>
            <a:ext cx="6286500" cy="2486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6743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D160D-4CC6-5C35-23D6-C7C25EDDDF8D}"/>
              </a:ext>
            </a:extLst>
          </p:cNvPr>
          <p:cNvSpPr>
            <a:spLocks noGrp="1"/>
          </p:cNvSpPr>
          <p:nvPr>
            <p:ph type="title"/>
          </p:nvPr>
        </p:nvSpPr>
        <p:spPr/>
        <p:txBody>
          <a:bodyPr/>
          <a:lstStyle/>
          <a:p>
            <a:br>
              <a:rPr lang="en-IN" sz="2800" dirty="0"/>
            </a:br>
            <a:br>
              <a:rPr lang="en-IN" sz="2800" dirty="0"/>
            </a:br>
            <a:br>
              <a:rPr lang="en-IN" sz="2800" dirty="0"/>
            </a:br>
            <a:br>
              <a:rPr lang="en-IN" sz="2800" dirty="0"/>
            </a:br>
            <a:br>
              <a:rPr lang="en-IN" sz="2800" dirty="0"/>
            </a:br>
            <a:r>
              <a:rPr lang="en-US" sz="2800" b="1" dirty="0"/>
              <a:t>Implementation of NOR Gate using NAND Gates</a:t>
            </a:r>
            <a:br>
              <a:rPr lang="en-US" sz="2800" b="1" dirty="0"/>
            </a:br>
            <a:br>
              <a:rPr lang="en-IN" sz="2800" dirty="0"/>
            </a:br>
            <a:br>
              <a:rPr lang="en-IN" sz="2800" dirty="0"/>
            </a:br>
            <a:br>
              <a:rPr lang="en-IN" sz="2800" dirty="0"/>
            </a:br>
            <a:br>
              <a:rPr lang="en-IN" sz="2800" dirty="0"/>
            </a:br>
            <a:br>
              <a:rPr lang="en-IN" sz="2800" dirty="0"/>
            </a:br>
            <a:endParaRPr lang="en-IN" sz="2800" dirty="0"/>
          </a:p>
        </p:txBody>
      </p:sp>
      <p:sp>
        <p:nvSpPr>
          <p:cNvPr id="3" name="Content Placeholder 2">
            <a:extLst>
              <a:ext uri="{FF2B5EF4-FFF2-40B4-BE49-F238E27FC236}">
                <a16:creationId xmlns:a16="http://schemas.microsoft.com/office/drawing/2014/main" id="{B1CF97EA-985C-28BF-F02B-A719793FFD1C}"/>
              </a:ext>
            </a:extLst>
          </p:cNvPr>
          <p:cNvSpPr>
            <a:spLocks noGrp="1"/>
          </p:cNvSpPr>
          <p:nvPr>
            <p:ph idx="1"/>
          </p:nvPr>
        </p:nvSpPr>
        <p:spPr/>
        <p:txBody>
          <a:bodyPr/>
          <a:lstStyle/>
          <a:p>
            <a:pPr fontAlgn="base"/>
            <a:r>
              <a:rPr lang="en-US" dirty="0"/>
              <a:t>NOR gate is formed by using four NAND</a:t>
            </a:r>
            <a:r>
              <a:rPr lang="en-US" dirty="0">
                <a:hlinkClick r:id="rId2"/>
              </a:rPr>
              <a:t> </a:t>
            </a:r>
            <a:r>
              <a:rPr lang="en-US" dirty="0"/>
              <a:t>gates. The first two gates perform the operation of inversion of inputs while the subsequent two gates perform the normal NOR operation.</a:t>
            </a:r>
          </a:p>
          <a:p>
            <a:endParaRPr lang="en-IN" dirty="0"/>
          </a:p>
        </p:txBody>
      </p:sp>
      <p:pic>
        <p:nvPicPr>
          <p:cNvPr id="11266" name="Picture 2" descr="Implementation of NOR Gate using NAND Gates">
            <a:extLst>
              <a:ext uri="{FF2B5EF4-FFF2-40B4-BE49-F238E27FC236}">
                <a16:creationId xmlns:a16="http://schemas.microsoft.com/office/drawing/2014/main" id="{5CED4CC5-473C-4D7C-4081-33D9D83931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0379" y="4043363"/>
            <a:ext cx="6286500" cy="242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209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E9BFD-D771-6699-5A46-5C8491481F35}"/>
              </a:ext>
            </a:extLst>
          </p:cNvPr>
          <p:cNvSpPr>
            <a:spLocks noGrp="1"/>
          </p:cNvSpPr>
          <p:nvPr>
            <p:ph type="title"/>
          </p:nvPr>
        </p:nvSpPr>
        <p:spPr/>
        <p:txBody>
          <a:bodyPr/>
          <a:lstStyle/>
          <a:p>
            <a:r>
              <a:rPr lang="en-US" sz="2800" b="1" dirty="0"/>
              <a:t>Implementation of NAND Gate using NOR Gates</a:t>
            </a:r>
            <a:br>
              <a:rPr lang="en-US" sz="2800" b="1" dirty="0"/>
            </a:br>
            <a:endParaRPr lang="en-IN" sz="2800" dirty="0"/>
          </a:p>
        </p:txBody>
      </p:sp>
      <p:sp>
        <p:nvSpPr>
          <p:cNvPr id="3" name="Content Placeholder 2">
            <a:extLst>
              <a:ext uri="{FF2B5EF4-FFF2-40B4-BE49-F238E27FC236}">
                <a16:creationId xmlns:a16="http://schemas.microsoft.com/office/drawing/2014/main" id="{EB92AC02-0D33-0952-7D8B-66434E0FC9C2}"/>
              </a:ext>
            </a:extLst>
          </p:cNvPr>
          <p:cNvSpPr>
            <a:spLocks noGrp="1"/>
          </p:cNvSpPr>
          <p:nvPr>
            <p:ph idx="1"/>
          </p:nvPr>
        </p:nvSpPr>
        <p:spPr/>
        <p:txBody>
          <a:bodyPr/>
          <a:lstStyle/>
          <a:p>
            <a:pPr fontAlgn="base"/>
            <a:r>
              <a:rPr lang="en-US" dirty="0"/>
              <a:t>The NAND gate is made using four NOR gates. The first two gates invert the inputs, and next two gates perform the operations equivalent to NAND operation by these inverted signals.</a:t>
            </a:r>
          </a:p>
          <a:p>
            <a:endParaRPr lang="en-IN" dirty="0"/>
          </a:p>
        </p:txBody>
      </p:sp>
      <p:pic>
        <p:nvPicPr>
          <p:cNvPr id="12290" name="Picture 2" descr="img">
            <a:extLst>
              <a:ext uri="{FF2B5EF4-FFF2-40B4-BE49-F238E27FC236}">
                <a16:creationId xmlns:a16="http://schemas.microsoft.com/office/drawing/2014/main" id="{A8B3CBE9-4371-2FA9-7A7A-1E39FD4583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4072618"/>
            <a:ext cx="6286500"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1583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446DA-4522-20CA-C714-733CC88A6423}"/>
              </a:ext>
            </a:extLst>
          </p:cNvPr>
          <p:cNvSpPr>
            <a:spLocks noGrp="1"/>
          </p:cNvSpPr>
          <p:nvPr>
            <p:ph type="title"/>
          </p:nvPr>
        </p:nvSpPr>
        <p:spPr/>
        <p:txBody>
          <a:bodyPr/>
          <a:lstStyle/>
          <a:p>
            <a:r>
              <a:rPr lang="en-IN" dirty="0"/>
              <a:t>Mux as an Buffer</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B5AECCE-AD6F-D15D-9CAE-FE8FD38FDE52}"/>
                  </a:ext>
                </a:extLst>
              </p:cNvPr>
              <p:cNvSpPr>
                <a:spLocks noGrp="1"/>
              </p:cNvSpPr>
              <p:nvPr>
                <p:ph idx="1"/>
              </p:nvPr>
            </p:nvSpPr>
            <p:spPr>
              <a:xfrm>
                <a:off x="1090708" y="2468032"/>
                <a:ext cx="8825659" cy="3416300"/>
              </a:xfrm>
            </p:spPr>
            <p:txBody>
              <a:bodyPr>
                <a:normAutofit lnSpcReduction="10000"/>
              </a:bodyPr>
              <a:lstStyle/>
              <a:p>
                <a:r>
                  <a:rPr lang="en-IN" dirty="0"/>
                  <a:t>A Multiplexer (MUX) selects one input and forwards it to the output based on select line(s).</a:t>
                </a:r>
              </a:p>
              <a:p>
                <a:r>
                  <a:rPr lang="en-IN" dirty="0"/>
                  <a:t>2:1 MUX equation:</a:t>
                </a:r>
                <a14:m>
                  <m:oMath xmlns:m="http://schemas.openxmlformats.org/officeDocument/2006/math">
                    <m:r>
                      <a:rPr lang="en-IN" b="0" i="1" smtClean="0">
                        <a:latin typeface="Cambria Math" panose="02040503050406030204" pitchFamily="18" charset="0"/>
                      </a:rPr>
                      <m:t>𝑌</m:t>
                    </m:r>
                    <m:r>
                      <a:rPr lang="en-IN" b="0" smtClean="0">
                        <a:latin typeface="Cambria Math" panose="02040503050406030204" pitchFamily="18" charset="0"/>
                      </a:rPr>
                      <m:t>=</m:t>
                    </m:r>
                    <m:groupChr>
                      <m:groupChrPr>
                        <m:chr m:val="‾"/>
                        <m:pos m:val="top"/>
                        <m:vertJc m:val="bot"/>
                        <m:ctrlPr>
                          <a:rPr lang="ar-AE" i="1">
                            <a:latin typeface="Cambria Math" panose="02040503050406030204" pitchFamily="18" charset="0"/>
                          </a:rPr>
                        </m:ctrlPr>
                      </m:groupChrPr>
                      <m:e>
                        <m:r>
                          <a:rPr lang="ar-AE" b="0" i="1" smtClean="0">
                            <a:latin typeface="Cambria Math" panose="02040503050406030204" pitchFamily="18" charset="0"/>
                          </a:rPr>
                          <m:t>𝑆</m:t>
                        </m:r>
                      </m:e>
                    </m:groupChr>
                    <m:r>
                      <m:rPr>
                        <m:nor/>
                      </m:rPr>
                      <a:rPr lang="ar-AE" i="1"/>
                      <m:t> </m:t>
                    </m:r>
                    <m:sSub>
                      <m:sSubPr>
                        <m:ctrlPr>
                          <a:rPr lang="ar-AE" i="1">
                            <a:latin typeface="Cambria Math" panose="02040503050406030204" pitchFamily="18" charset="0"/>
                          </a:rPr>
                        </m:ctrlPr>
                      </m:sSubPr>
                      <m:e>
                        <m:r>
                          <a:rPr lang="ar-AE" b="0" i="1" smtClean="0">
                            <a:latin typeface="Cambria Math" panose="02040503050406030204" pitchFamily="18" charset="0"/>
                          </a:rPr>
                          <m:t>𝐼</m:t>
                        </m:r>
                      </m:e>
                      <m:sub>
                        <m:r>
                          <a:rPr lang="ar-AE" b="0" i="1" smtClean="0">
                            <a:latin typeface="Cambria Math" panose="02040503050406030204" pitchFamily="18" charset="0"/>
                          </a:rPr>
                          <m:t>0</m:t>
                        </m:r>
                      </m:sub>
                    </m:sSub>
                    <m:r>
                      <a:rPr lang="ar-AE" b="0" smtClean="0">
                        <a:latin typeface="Cambria Math" panose="02040503050406030204" pitchFamily="18" charset="0"/>
                      </a:rPr>
                      <m:t>+</m:t>
                    </m:r>
                    <m:r>
                      <a:rPr lang="ar-AE" b="0" i="1" smtClean="0">
                        <a:latin typeface="Cambria Math" panose="02040503050406030204" pitchFamily="18" charset="0"/>
                      </a:rPr>
                      <m:t>𝑆</m:t>
                    </m:r>
                    <m:r>
                      <m:rPr>
                        <m:nor/>
                      </m:rPr>
                      <a:rPr lang="ar-AE" i="1"/>
                      <m:t> </m:t>
                    </m:r>
                    <m:sSub>
                      <m:sSubPr>
                        <m:ctrlPr>
                          <a:rPr lang="ar-AE" i="1">
                            <a:latin typeface="Cambria Math" panose="02040503050406030204" pitchFamily="18" charset="0"/>
                          </a:rPr>
                        </m:ctrlPr>
                      </m:sSubPr>
                      <m:e>
                        <m:r>
                          <a:rPr lang="ar-AE" b="0" i="1" smtClean="0">
                            <a:latin typeface="Cambria Math" panose="02040503050406030204" pitchFamily="18" charset="0"/>
                          </a:rPr>
                          <m:t>𝐼</m:t>
                        </m:r>
                      </m:e>
                      <m:sub>
                        <m:r>
                          <a:rPr lang="ar-AE" b="0" smtClean="0">
                            <a:latin typeface="Cambria Math" panose="02040503050406030204" pitchFamily="18" charset="0"/>
                          </a:rPr>
                          <m:t>1</m:t>
                        </m:r>
                      </m:sub>
                    </m:sSub>
                  </m:oMath>
                </a14:m>
                <a:r>
                  <a:rPr lang="en-IN" dirty="0"/>
                  <a:t> (</a:t>
                </a:r>
                <a:r>
                  <a:rPr lang="en-IN" dirty="0" err="1"/>
                  <a:t>Shannon”s</a:t>
                </a:r>
                <a:r>
                  <a:rPr lang="en-IN" dirty="0"/>
                  <a:t> Expression)</a:t>
                </a:r>
              </a:p>
              <a:p>
                <a:endParaRPr lang="ar-AE" dirty="0"/>
              </a:p>
              <a:p>
                <a:r>
                  <a:rPr lang="en-US" b="1" dirty="0"/>
                  <a:t>MUX AS A BUFFER</a:t>
                </a:r>
              </a:p>
              <a:p>
                <a:pPr marL="0" indent="0">
                  <a:buNone/>
                </a:pPr>
                <a:r>
                  <a:rPr lang="en-US" dirty="0"/>
                  <a:t>A buffer means:</a:t>
                </a:r>
                <a14:m>
                  <m:oMath xmlns:m="http://schemas.openxmlformats.org/officeDocument/2006/math">
                    <m:r>
                      <a:rPr lang="en-US" i="1">
                        <a:latin typeface="Cambria Math" panose="02040503050406030204" pitchFamily="18" charset="0"/>
                      </a:rPr>
                      <m:t>𝑌</m:t>
                    </m:r>
                    <m:r>
                      <a:rPr lang="en-US">
                        <a:latin typeface="Cambria Math" panose="02040503050406030204" pitchFamily="18" charset="0"/>
                      </a:rPr>
                      <m:t>=</m:t>
                    </m:r>
                    <m:r>
                      <a:rPr lang="en-US" i="1">
                        <a:latin typeface="Cambria Math" panose="02040503050406030204" pitchFamily="18" charset="0"/>
                      </a:rPr>
                      <m:t>𝐴</m:t>
                    </m:r>
                  </m:oMath>
                </a14:m>
                <a:endParaRPr lang="en-US" dirty="0"/>
              </a:p>
              <a:p>
                <a:r>
                  <a:rPr lang="en-US" b="1" dirty="0"/>
                  <a:t>How to use MUX as BUFFER</a:t>
                </a:r>
              </a:p>
              <a:p>
                <a:r>
                  <a:rPr lang="en-US" dirty="0"/>
                  <a:t>Connect both inputs of MUX to same signal A</a:t>
                </a:r>
              </a:p>
              <a:p>
                <a:r>
                  <a:rPr lang="en-US" dirty="0"/>
                  <a:t>Select line can be </a:t>
                </a:r>
                <a:r>
                  <a:rPr lang="en-US" b="1" dirty="0"/>
                  <a:t>0 or 1</a:t>
                </a:r>
                <a:r>
                  <a:rPr lang="en-US" dirty="0"/>
                  <a:t> </a:t>
                </a:r>
              </a:p>
              <a:p>
                <a:pPr marL="0" indent="0">
                  <a:buNone/>
                </a:pPr>
                <a:endParaRPr lang="en-IN" dirty="0"/>
              </a:p>
            </p:txBody>
          </p:sp>
        </mc:Choice>
        <mc:Fallback xmlns="">
          <p:sp>
            <p:nvSpPr>
              <p:cNvPr id="4" name="Content Placeholder 3">
                <a:extLst>
                  <a:ext uri="{FF2B5EF4-FFF2-40B4-BE49-F238E27FC236}">
                    <a16:creationId xmlns:a16="http://schemas.microsoft.com/office/drawing/2014/main" id="{1B5AECCE-AD6F-D15D-9CAE-FE8FD38FDE52}"/>
                  </a:ext>
                </a:extLst>
              </p:cNvPr>
              <p:cNvSpPr>
                <a:spLocks noGrp="1" noRot="1" noChangeAspect="1" noMove="1" noResize="1" noEditPoints="1" noAdjustHandles="1" noChangeArrowheads="1" noChangeShapeType="1" noTextEdit="1"/>
              </p:cNvSpPr>
              <p:nvPr>
                <p:ph idx="1"/>
              </p:nvPr>
            </p:nvSpPr>
            <p:spPr>
              <a:xfrm>
                <a:off x="1090708" y="2468032"/>
                <a:ext cx="8825659" cy="3416300"/>
              </a:xfrm>
              <a:blipFill>
                <a:blip r:embed="rId2"/>
                <a:stretch>
                  <a:fillRect l="-622" t="-1964"/>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4AD8E2AF-9B67-5128-A7B6-9E609296A889}"/>
              </a:ext>
            </a:extLst>
          </p:cNvPr>
          <p:cNvPicPr>
            <a:picLocks noChangeAspect="1"/>
          </p:cNvPicPr>
          <p:nvPr/>
        </p:nvPicPr>
        <p:blipFill>
          <a:blip r:embed="rId3"/>
          <a:stretch>
            <a:fillRect/>
          </a:stretch>
        </p:blipFill>
        <p:spPr>
          <a:xfrm>
            <a:off x="7171333" y="3844750"/>
            <a:ext cx="4054191" cy="1928027"/>
          </a:xfrm>
          <a:prstGeom prst="rect">
            <a:avLst/>
          </a:prstGeom>
        </p:spPr>
      </p:pic>
    </p:spTree>
    <p:extLst>
      <p:ext uri="{BB962C8B-B14F-4D97-AF65-F5344CB8AC3E}">
        <p14:creationId xmlns:p14="http://schemas.microsoft.com/office/powerpoint/2010/main" val="163629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81FA9-2E4F-3FBC-64FF-2281691D00AB}"/>
              </a:ext>
            </a:extLst>
          </p:cNvPr>
          <p:cNvSpPr>
            <a:spLocks noGrp="1"/>
          </p:cNvSpPr>
          <p:nvPr>
            <p:ph type="title"/>
          </p:nvPr>
        </p:nvSpPr>
        <p:spPr/>
        <p:txBody>
          <a:bodyPr/>
          <a:lstStyle/>
          <a:p>
            <a:r>
              <a:rPr lang="en-IN" sz="2400" b="1" dirty="0"/>
              <a:t>     MUX AS AN INVERTER </a:t>
            </a:r>
            <a:endParaRPr lang="en-IN" sz="2400"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713466B-69F8-5D05-BC60-4CA1042AF2C2}"/>
                  </a:ext>
                </a:extLst>
              </p:cNvPr>
              <p:cNvSpPr>
                <a:spLocks noGrp="1"/>
              </p:cNvSpPr>
              <p:nvPr>
                <p:ph idx="1"/>
              </p:nvPr>
            </p:nvSpPr>
            <p:spPr/>
            <p:txBody>
              <a:bodyPr/>
              <a:lstStyle/>
              <a:p>
                <a:pPr marL="0" indent="0">
                  <a:buNone/>
                </a:pPr>
                <a:endParaRPr lang="en-IN" b="1" dirty="0"/>
              </a:p>
              <a:p>
                <a:r>
                  <a:rPr lang="en-IN" dirty="0"/>
                  <a:t>An </a:t>
                </a:r>
                <a:r>
                  <a:rPr lang="en-IN" b="1" dirty="0"/>
                  <a:t>inverter</a:t>
                </a:r>
                <a:r>
                  <a:rPr lang="en-IN" dirty="0"/>
                  <a:t> means:</a:t>
                </a:r>
                <a14:m>
                  <m:oMath xmlns:m="http://schemas.openxmlformats.org/officeDocument/2006/math">
                    <m:r>
                      <a:rPr lang="en-IN" i="1" smtClean="0">
                        <a:latin typeface="Cambria Math" panose="02040503050406030204" pitchFamily="18" charset="0"/>
                      </a:rPr>
                      <m:t>𝑌</m:t>
                    </m:r>
                    <m:r>
                      <a:rPr lang="en-IN">
                        <a:latin typeface="Cambria Math" panose="02040503050406030204" pitchFamily="18" charset="0"/>
                      </a:rPr>
                      <m:t>=</m:t>
                    </m:r>
                    <m:groupChr>
                      <m:groupChrPr>
                        <m:chr m:val="‾"/>
                        <m:pos m:val="top"/>
                        <m:vertJc m:val="bot"/>
                        <m:ctrlPr>
                          <a:rPr lang="ar-AE" i="1">
                            <a:latin typeface="Cambria Math" panose="02040503050406030204" pitchFamily="18" charset="0"/>
                          </a:rPr>
                        </m:ctrlPr>
                      </m:groupChrPr>
                      <m:e>
                        <m:r>
                          <a:rPr lang="ar-AE" i="1">
                            <a:latin typeface="Cambria Math" panose="02040503050406030204" pitchFamily="18" charset="0"/>
                          </a:rPr>
                          <m:t>𝐴</m:t>
                        </m:r>
                      </m:e>
                    </m:groupChr>
                  </m:oMath>
                </a14:m>
                <a:endParaRPr lang="ar-AE" dirty="0"/>
              </a:p>
              <a:p>
                <a:pPr marL="0" indent="0">
                  <a:buNone/>
                </a:pPr>
                <a:r>
                  <a:rPr lang="en-IN" b="1" dirty="0"/>
                  <a:t>Trick to get NOT using MUX</a:t>
                </a:r>
              </a:p>
              <a:p>
                <a:r>
                  <a:rPr lang="en-IN" dirty="0"/>
                  <a:t>One input = 0</a:t>
                </a:r>
              </a:p>
              <a:p>
                <a:r>
                  <a:rPr lang="en-IN" dirty="0"/>
                  <a:t>Other input = 1</a:t>
                </a:r>
              </a:p>
              <a:p>
                <a:r>
                  <a:rPr lang="en-IN" dirty="0"/>
                  <a:t>A as select line</a:t>
                </a:r>
              </a:p>
              <a:p>
                <a:pPr marL="0" indent="0">
                  <a:buNone/>
                </a:pPr>
                <a:endParaRPr lang="en-IN" dirty="0"/>
              </a:p>
            </p:txBody>
          </p:sp>
        </mc:Choice>
        <mc:Fallback xmlns="">
          <p:sp>
            <p:nvSpPr>
              <p:cNvPr id="4" name="Content Placeholder 3">
                <a:extLst>
                  <a:ext uri="{FF2B5EF4-FFF2-40B4-BE49-F238E27FC236}">
                    <a16:creationId xmlns:a16="http://schemas.microsoft.com/office/drawing/2014/main" id="{1713466B-69F8-5D05-BC60-4CA1042AF2C2}"/>
                  </a:ext>
                </a:extLst>
              </p:cNvPr>
              <p:cNvSpPr>
                <a:spLocks noGrp="1" noRot="1" noChangeAspect="1" noMove="1" noResize="1" noEditPoints="1" noAdjustHandles="1" noChangeArrowheads="1" noChangeShapeType="1" noTextEdit="1"/>
              </p:cNvSpPr>
              <p:nvPr>
                <p:ph idx="1"/>
              </p:nvPr>
            </p:nvSpPr>
            <p:spPr>
              <a:blipFill>
                <a:blip r:embed="rId2"/>
                <a:stretch>
                  <a:fillRect l="-552"/>
                </a:stretch>
              </a:blipFill>
            </p:spPr>
            <p:txBody>
              <a:bodyPr/>
              <a:lstStyle/>
              <a:p>
                <a:r>
                  <a:rPr lang="en-IN">
                    <a:noFill/>
                  </a:rPr>
                  <a:t> </a:t>
                </a:r>
              </a:p>
            </p:txBody>
          </p:sp>
        </mc:Fallback>
      </mc:AlternateContent>
      <p:pic>
        <p:nvPicPr>
          <p:cNvPr id="14340" name="Picture 4" descr="Not Gate Using 2:1 MUX">
            <a:extLst>
              <a:ext uri="{FF2B5EF4-FFF2-40B4-BE49-F238E27FC236}">
                <a16:creationId xmlns:a16="http://schemas.microsoft.com/office/drawing/2014/main" id="{A07783F5-C1C0-C67C-CFEE-256B1A1202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9072" y="2480582"/>
            <a:ext cx="6667500" cy="219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568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DE826-09B8-2124-E324-215C47DA3E96}"/>
              </a:ext>
            </a:extLst>
          </p:cNvPr>
          <p:cNvSpPr>
            <a:spLocks noGrp="1"/>
          </p:cNvSpPr>
          <p:nvPr>
            <p:ph type="title"/>
          </p:nvPr>
        </p:nvSpPr>
        <p:spPr/>
        <p:txBody>
          <a:bodyPr/>
          <a:lstStyle/>
          <a:p>
            <a:r>
              <a:rPr lang="en-IN" dirty="0"/>
              <a:t> Logic gates using 2:1 mux</a:t>
            </a:r>
          </a:p>
        </p:txBody>
      </p:sp>
      <p:sp>
        <p:nvSpPr>
          <p:cNvPr id="4" name="Content Placeholder 3">
            <a:extLst>
              <a:ext uri="{FF2B5EF4-FFF2-40B4-BE49-F238E27FC236}">
                <a16:creationId xmlns:a16="http://schemas.microsoft.com/office/drawing/2014/main" id="{3088D4AD-5545-CF38-8B6D-0BF2371627AC}"/>
              </a:ext>
            </a:extLst>
          </p:cNvPr>
          <p:cNvSpPr>
            <a:spLocks noGrp="1"/>
          </p:cNvSpPr>
          <p:nvPr>
            <p:ph idx="1"/>
          </p:nvPr>
        </p:nvSpPr>
        <p:spPr/>
        <p:txBody>
          <a:bodyPr/>
          <a:lstStyle/>
          <a:p>
            <a:r>
              <a:rPr lang="en-IN" b="1" dirty="0"/>
              <a:t>NOT using mux:</a:t>
            </a:r>
          </a:p>
          <a:p>
            <a:r>
              <a:rPr lang="en-IN" dirty="0"/>
              <a:t>Y= ~A</a:t>
            </a:r>
          </a:p>
          <a:p>
            <a:r>
              <a:rPr lang="en-IN" dirty="0"/>
              <a:t>According to Shannon’s expression</a:t>
            </a:r>
          </a:p>
          <a:p>
            <a:pPr marL="0" indent="0">
              <a:buNone/>
            </a:pPr>
            <a:r>
              <a:rPr lang="en-IN" dirty="0"/>
              <a:t>               ~SA+SB   here S=A (selection line)</a:t>
            </a:r>
          </a:p>
          <a:p>
            <a:pPr marL="0" indent="0">
              <a:buNone/>
            </a:pPr>
            <a:r>
              <a:rPr lang="en-IN" dirty="0"/>
              <a:t>                                        i0=1</a:t>
            </a:r>
          </a:p>
          <a:p>
            <a:pPr marL="0" indent="0">
              <a:buNone/>
            </a:pPr>
            <a:r>
              <a:rPr lang="en-IN" dirty="0"/>
              <a:t>                                        i1=0</a:t>
            </a:r>
          </a:p>
          <a:p>
            <a:pPr marL="0" indent="0">
              <a:buNone/>
            </a:pPr>
            <a:r>
              <a:rPr lang="en-IN" dirty="0"/>
              <a:t>                                       </a:t>
            </a:r>
          </a:p>
        </p:txBody>
      </p:sp>
      <p:pic>
        <p:nvPicPr>
          <p:cNvPr id="9" name="Picture 8">
            <a:extLst>
              <a:ext uri="{FF2B5EF4-FFF2-40B4-BE49-F238E27FC236}">
                <a16:creationId xmlns:a16="http://schemas.microsoft.com/office/drawing/2014/main" id="{99A1A098-AAAF-8D0A-9294-D8FE3819BCD3}"/>
              </a:ext>
            </a:extLst>
          </p:cNvPr>
          <p:cNvPicPr>
            <a:picLocks noChangeAspect="1"/>
          </p:cNvPicPr>
          <p:nvPr/>
        </p:nvPicPr>
        <p:blipFill>
          <a:blip r:embed="rId2"/>
          <a:stretch>
            <a:fillRect/>
          </a:stretch>
        </p:blipFill>
        <p:spPr>
          <a:xfrm>
            <a:off x="6357519" y="2431755"/>
            <a:ext cx="3558848" cy="2598645"/>
          </a:xfrm>
          <a:prstGeom prst="rect">
            <a:avLst/>
          </a:prstGeom>
        </p:spPr>
      </p:pic>
    </p:spTree>
    <p:extLst>
      <p:ext uri="{BB962C8B-B14F-4D97-AF65-F5344CB8AC3E}">
        <p14:creationId xmlns:p14="http://schemas.microsoft.com/office/powerpoint/2010/main" val="2907109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DC824-FE9D-447E-168B-F81A1972A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60156-655D-7C7E-F46E-4E858B4E59B6}"/>
              </a:ext>
            </a:extLst>
          </p:cNvPr>
          <p:cNvSpPr>
            <a:spLocks noGrp="1"/>
          </p:cNvSpPr>
          <p:nvPr>
            <p:ph type="title"/>
          </p:nvPr>
        </p:nvSpPr>
        <p:spPr/>
        <p:txBody>
          <a:bodyPr/>
          <a:lstStyle/>
          <a:p>
            <a:r>
              <a:rPr lang="en-IN" dirty="0"/>
              <a:t> Logic gates using 2:1 mux</a:t>
            </a:r>
          </a:p>
        </p:txBody>
      </p:sp>
      <p:sp>
        <p:nvSpPr>
          <p:cNvPr id="4" name="Content Placeholder 3">
            <a:extLst>
              <a:ext uri="{FF2B5EF4-FFF2-40B4-BE49-F238E27FC236}">
                <a16:creationId xmlns:a16="http://schemas.microsoft.com/office/drawing/2014/main" id="{47030247-C60B-C925-3EA9-3C7C2109574C}"/>
              </a:ext>
            </a:extLst>
          </p:cNvPr>
          <p:cNvSpPr>
            <a:spLocks noGrp="1"/>
          </p:cNvSpPr>
          <p:nvPr>
            <p:ph idx="1"/>
          </p:nvPr>
        </p:nvSpPr>
        <p:spPr/>
        <p:txBody>
          <a:bodyPr/>
          <a:lstStyle/>
          <a:p>
            <a:r>
              <a:rPr lang="en-IN" b="1" dirty="0"/>
              <a:t>AND using mux:</a:t>
            </a:r>
          </a:p>
          <a:p>
            <a:r>
              <a:rPr lang="en-IN" dirty="0"/>
              <a:t>Y= A&amp;B</a:t>
            </a:r>
          </a:p>
          <a:p>
            <a:r>
              <a:rPr lang="en-IN" dirty="0"/>
              <a:t>According to Shannon’s expression</a:t>
            </a:r>
          </a:p>
          <a:p>
            <a:pPr marL="0" indent="0">
              <a:buNone/>
            </a:pPr>
            <a:r>
              <a:rPr lang="en-IN" dirty="0"/>
              <a:t>               ~SA+SB   here S=A (selection line)</a:t>
            </a:r>
          </a:p>
          <a:p>
            <a:pPr marL="0" indent="0">
              <a:buNone/>
            </a:pPr>
            <a:r>
              <a:rPr lang="en-IN" dirty="0"/>
              <a:t>                                    input at 0 :    i0=0</a:t>
            </a:r>
          </a:p>
          <a:p>
            <a:pPr marL="0" indent="0">
              <a:buNone/>
            </a:pPr>
            <a:r>
              <a:rPr lang="en-IN" dirty="0"/>
              <a:t>                                    input at 1 :     i1=B</a:t>
            </a:r>
          </a:p>
          <a:p>
            <a:pPr marL="0" indent="0">
              <a:buNone/>
            </a:pPr>
            <a:r>
              <a:rPr lang="en-IN" dirty="0"/>
              <a:t>                                        </a:t>
            </a:r>
          </a:p>
          <a:p>
            <a:pPr marL="0" indent="0">
              <a:buNone/>
            </a:pPr>
            <a:r>
              <a:rPr lang="en-IN" dirty="0"/>
              <a:t>                                       </a:t>
            </a:r>
          </a:p>
        </p:txBody>
      </p:sp>
      <p:pic>
        <p:nvPicPr>
          <p:cNvPr id="5" name="Picture 4">
            <a:extLst>
              <a:ext uri="{FF2B5EF4-FFF2-40B4-BE49-F238E27FC236}">
                <a16:creationId xmlns:a16="http://schemas.microsoft.com/office/drawing/2014/main" id="{673F9A35-2F98-9E68-D895-074CBE70207E}"/>
              </a:ext>
            </a:extLst>
          </p:cNvPr>
          <p:cNvPicPr>
            <a:picLocks noChangeAspect="1"/>
          </p:cNvPicPr>
          <p:nvPr/>
        </p:nvPicPr>
        <p:blipFill>
          <a:blip r:embed="rId2"/>
          <a:stretch>
            <a:fillRect/>
          </a:stretch>
        </p:blipFill>
        <p:spPr>
          <a:xfrm>
            <a:off x="6446920" y="2664715"/>
            <a:ext cx="3314987" cy="2491956"/>
          </a:xfrm>
          <a:prstGeom prst="rect">
            <a:avLst/>
          </a:prstGeom>
        </p:spPr>
      </p:pic>
    </p:spTree>
    <p:extLst>
      <p:ext uri="{BB962C8B-B14F-4D97-AF65-F5344CB8AC3E}">
        <p14:creationId xmlns:p14="http://schemas.microsoft.com/office/powerpoint/2010/main" val="201042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FF37D-E23A-0E56-4AB8-1825D74784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17487-5268-F897-7CF7-90483C5DBEC2}"/>
              </a:ext>
            </a:extLst>
          </p:cNvPr>
          <p:cNvSpPr>
            <a:spLocks noGrp="1"/>
          </p:cNvSpPr>
          <p:nvPr>
            <p:ph type="title"/>
          </p:nvPr>
        </p:nvSpPr>
        <p:spPr/>
        <p:txBody>
          <a:bodyPr/>
          <a:lstStyle/>
          <a:p>
            <a:r>
              <a:rPr lang="en-IN" dirty="0"/>
              <a:t> Logic gates using 2:1 mux</a:t>
            </a:r>
          </a:p>
        </p:txBody>
      </p:sp>
      <p:sp>
        <p:nvSpPr>
          <p:cNvPr id="4" name="Content Placeholder 3">
            <a:extLst>
              <a:ext uri="{FF2B5EF4-FFF2-40B4-BE49-F238E27FC236}">
                <a16:creationId xmlns:a16="http://schemas.microsoft.com/office/drawing/2014/main" id="{A040F04F-92AB-E60E-2E29-B654388B1764}"/>
              </a:ext>
            </a:extLst>
          </p:cNvPr>
          <p:cNvSpPr>
            <a:spLocks noGrp="1"/>
          </p:cNvSpPr>
          <p:nvPr>
            <p:ph idx="1"/>
          </p:nvPr>
        </p:nvSpPr>
        <p:spPr/>
        <p:txBody>
          <a:bodyPr/>
          <a:lstStyle/>
          <a:p>
            <a:r>
              <a:rPr lang="en-IN" b="1" dirty="0"/>
              <a:t>OR using mux:</a:t>
            </a:r>
          </a:p>
          <a:p>
            <a:r>
              <a:rPr lang="en-IN" dirty="0"/>
              <a:t>Y= A+B</a:t>
            </a:r>
          </a:p>
          <a:p>
            <a:r>
              <a:rPr lang="en-IN" dirty="0"/>
              <a:t>According to Shannon’s expression</a:t>
            </a:r>
          </a:p>
          <a:p>
            <a:pPr marL="0" indent="0">
              <a:buNone/>
            </a:pPr>
            <a:r>
              <a:rPr lang="en-IN" dirty="0"/>
              <a:t>               ~SA+SB   here S=A (selection line)</a:t>
            </a:r>
          </a:p>
          <a:p>
            <a:pPr marL="0" indent="0">
              <a:buNone/>
            </a:pPr>
            <a:r>
              <a:rPr lang="en-IN" dirty="0"/>
              <a:t>                                    input at 0 :    i0=B</a:t>
            </a:r>
          </a:p>
          <a:p>
            <a:pPr marL="0" indent="0">
              <a:buNone/>
            </a:pPr>
            <a:r>
              <a:rPr lang="en-IN" dirty="0"/>
              <a:t>                                    input at 1 :     i1=1</a:t>
            </a:r>
          </a:p>
          <a:p>
            <a:pPr marL="0" indent="0">
              <a:buNone/>
            </a:pPr>
            <a:r>
              <a:rPr lang="en-IN" dirty="0"/>
              <a:t>                                        </a:t>
            </a:r>
          </a:p>
          <a:p>
            <a:pPr marL="0" indent="0">
              <a:buNone/>
            </a:pPr>
            <a:r>
              <a:rPr lang="en-IN" dirty="0"/>
              <a:t>                                       </a:t>
            </a:r>
          </a:p>
        </p:txBody>
      </p:sp>
      <p:pic>
        <p:nvPicPr>
          <p:cNvPr id="6" name="Picture 5">
            <a:extLst>
              <a:ext uri="{FF2B5EF4-FFF2-40B4-BE49-F238E27FC236}">
                <a16:creationId xmlns:a16="http://schemas.microsoft.com/office/drawing/2014/main" id="{EBA49B64-2832-25EB-5432-3D14B9DF5265}"/>
              </a:ext>
            </a:extLst>
          </p:cNvPr>
          <p:cNvPicPr>
            <a:picLocks noChangeAspect="1"/>
          </p:cNvPicPr>
          <p:nvPr/>
        </p:nvPicPr>
        <p:blipFill>
          <a:blip r:embed="rId2"/>
          <a:stretch>
            <a:fillRect/>
          </a:stretch>
        </p:blipFill>
        <p:spPr>
          <a:xfrm>
            <a:off x="6526369" y="2603500"/>
            <a:ext cx="3711262" cy="2918713"/>
          </a:xfrm>
          <a:prstGeom prst="rect">
            <a:avLst/>
          </a:prstGeom>
        </p:spPr>
      </p:pic>
    </p:spTree>
    <p:extLst>
      <p:ext uri="{BB962C8B-B14F-4D97-AF65-F5344CB8AC3E}">
        <p14:creationId xmlns:p14="http://schemas.microsoft.com/office/powerpoint/2010/main" val="256033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A0394-8D6A-0E36-F636-0E73E36E9D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019DC6-23C0-0098-3A11-889893147071}"/>
              </a:ext>
            </a:extLst>
          </p:cNvPr>
          <p:cNvSpPr>
            <a:spLocks noGrp="1"/>
          </p:cNvSpPr>
          <p:nvPr>
            <p:ph type="title"/>
          </p:nvPr>
        </p:nvSpPr>
        <p:spPr/>
        <p:txBody>
          <a:bodyPr/>
          <a:lstStyle/>
          <a:p>
            <a:r>
              <a:rPr lang="en-IN" dirty="0"/>
              <a:t> Logic gates using 2:1 mux</a:t>
            </a:r>
          </a:p>
        </p:txBody>
      </p:sp>
      <p:sp>
        <p:nvSpPr>
          <p:cNvPr id="4" name="Content Placeholder 3">
            <a:extLst>
              <a:ext uri="{FF2B5EF4-FFF2-40B4-BE49-F238E27FC236}">
                <a16:creationId xmlns:a16="http://schemas.microsoft.com/office/drawing/2014/main" id="{C2A9C271-A3D9-1ADC-779B-1388839BF4E2}"/>
              </a:ext>
            </a:extLst>
          </p:cNvPr>
          <p:cNvSpPr>
            <a:spLocks noGrp="1"/>
          </p:cNvSpPr>
          <p:nvPr>
            <p:ph idx="1"/>
          </p:nvPr>
        </p:nvSpPr>
        <p:spPr/>
        <p:txBody>
          <a:bodyPr/>
          <a:lstStyle/>
          <a:p>
            <a:r>
              <a:rPr lang="en-IN" b="1" dirty="0"/>
              <a:t>NOR using mux:</a:t>
            </a:r>
          </a:p>
          <a:p>
            <a:r>
              <a:rPr lang="en-IN" dirty="0"/>
              <a:t>Y=  !(A|B)</a:t>
            </a:r>
          </a:p>
          <a:p>
            <a:r>
              <a:rPr lang="en-IN" dirty="0"/>
              <a:t>According to Shannon’s expression</a:t>
            </a:r>
          </a:p>
          <a:p>
            <a:pPr marL="0" indent="0">
              <a:buNone/>
            </a:pPr>
            <a:r>
              <a:rPr lang="en-IN" dirty="0"/>
              <a:t>               ~SA+SB   here S=A (selection line)</a:t>
            </a:r>
          </a:p>
          <a:p>
            <a:pPr marL="0" indent="0">
              <a:buNone/>
            </a:pPr>
            <a:r>
              <a:rPr lang="en-IN" dirty="0"/>
              <a:t>                                    input at 0 :    i0=B</a:t>
            </a:r>
          </a:p>
          <a:p>
            <a:pPr marL="0" indent="0">
              <a:buNone/>
            </a:pPr>
            <a:r>
              <a:rPr lang="en-IN" dirty="0"/>
              <a:t>                                    input at 1 :     i1=1</a:t>
            </a:r>
          </a:p>
          <a:p>
            <a:pPr marL="0" indent="0">
              <a:buNone/>
            </a:pPr>
            <a:r>
              <a:rPr lang="en-IN" dirty="0"/>
              <a:t>                                        </a:t>
            </a:r>
          </a:p>
          <a:p>
            <a:pPr marL="0" indent="0">
              <a:buNone/>
            </a:pPr>
            <a:r>
              <a:rPr lang="en-IN" dirty="0"/>
              <a:t>                                       </a:t>
            </a:r>
          </a:p>
        </p:txBody>
      </p:sp>
      <p:pic>
        <p:nvPicPr>
          <p:cNvPr id="5" name="Picture 4">
            <a:extLst>
              <a:ext uri="{FF2B5EF4-FFF2-40B4-BE49-F238E27FC236}">
                <a16:creationId xmlns:a16="http://schemas.microsoft.com/office/drawing/2014/main" id="{7FA3EF80-0B06-05AA-E33E-E2B2584D4847}"/>
              </a:ext>
            </a:extLst>
          </p:cNvPr>
          <p:cNvPicPr>
            <a:picLocks noChangeAspect="1"/>
          </p:cNvPicPr>
          <p:nvPr/>
        </p:nvPicPr>
        <p:blipFill>
          <a:blip r:embed="rId2"/>
          <a:stretch>
            <a:fillRect/>
          </a:stretch>
        </p:blipFill>
        <p:spPr>
          <a:xfrm>
            <a:off x="6407686" y="2803881"/>
            <a:ext cx="4389500" cy="3215919"/>
          </a:xfrm>
          <a:prstGeom prst="rect">
            <a:avLst/>
          </a:prstGeom>
        </p:spPr>
      </p:pic>
    </p:spTree>
    <p:extLst>
      <p:ext uri="{BB962C8B-B14F-4D97-AF65-F5344CB8AC3E}">
        <p14:creationId xmlns:p14="http://schemas.microsoft.com/office/powerpoint/2010/main" val="638180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D4F68-D76F-2950-01AA-C07C44498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FF77D5-3D52-18B8-BF40-7859D0D3A4A9}"/>
              </a:ext>
            </a:extLst>
          </p:cNvPr>
          <p:cNvSpPr>
            <a:spLocks noGrp="1"/>
          </p:cNvSpPr>
          <p:nvPr>
            <p:ph type="title"/>
          </p:nvPr>
        </p:nvSpPr>
        <p:spPr/>
        <p:txBody>
          <a:bodyPr/>
          <a:lstStyle/>
          <a:p>
            <a:r>
              <a:rPr lang="en-IN" dirty="0"/>
              <a:t> Logic gates using 2:1 mux</a:t>
            </a:r>
          </a:p>
        </p:txBody>
      </p:sp>
      <p:sp>
        <p:nvSpPr>
          <p:cNvPr id="4" name="Content Placeholder 3">
            <a:extLst>
              <a:ext uri="{FF2B5EF4-FFF2-40B4-BE49-F238E27FC236}">
                <a16:creationId xmlns:a16="http://schemas.microsoft.com/office/drawing/2014/main" id="{48F1A03F-EF59-5F44-3585-DE343FE2D5AB}"/>
              </a:ext>
            </a:extLst>
          </p:cNvPr>
          <p:cNvSpPr>
            <a:spLocks noGrp="1"/>
          </p:cNvSpPr>
          <p:nvPr>
            <p:ph idx="1"/>
          </p:nvPr>
        </p:nvSpPr>
        <p:spPr/>
        <p:txBody>
          <a:bodyPr/>
          <a:lstStyle/>
          <a:p>
            <a:r>
              <a:rPr lang="en-IN" b="1" dirty="0"/>
              <a:t>NAND using mux:</a:t>
            </a:r>
          </a:p>
          <a:p>
            <a:r>
              <a:rPr lang="en-IN" dirty="0"/>
              <a:t>Y=  !(A&amp;B)</a:t>
            </a:r>
          </a:p>
          <a:p>
            <a:r>
              <a:rPr lang="en-IN" dirty="0"/>
              <a:t>According to Shannon’s expression</a:t>
            </a:r>
          </a:p>
          <a:p>
            <a:pPr marL="0" indent="0">
              <a:buNone/>
            </a:pPr>
            <a:r>
              <a:rPr lang="en-IN" dirty="0"/>
              <a:t>               ~SA+SB   here S=A (selection line)</a:t>
            </a:r>
          </a:p>
          <a:p>
            <a:pPr marL="0" indent="0">
              <a:buNone/>
            </a:pPr>
            <a:r>
              <a:rPr lang="en-IN" dirty="0"/>
              <a:t>                                    input at 0 :    i0=1</a:t>
            </a:r>
          </a:p>
          <a:p>
            <a:pPr marL="0" indent="0">
              <a:buNone/>
            </a:pPr>
            <a:r>
              <a:rPr lang="en-IN" dirty="0"/>
              <a:t>                                    input at 1 :     i1=~B</a:t>
            </a:r>
          </a:p>
          <a:p>
            <a:pPr marL="0" indent="0">
              <a:buNone/>
            </a:pPr>
            <a:r>
              <a:rPr lang="en-IN" dirty="0"/>
              <a:t>                                        </a:t>
            </a:r>
          </a:p>
          <a:p>
            <a:pPr marL="0" indent="0">
              <a:buNone/>
            </a:pPr>
            <a:r>
              <a:rPr lang="en-IN" dirty="0"/>
              <a:t>                                       </a:t>
            </a:r>
          </a:p>
        </p:txBody>
      </p:sp>
      <p:pic>
        <p:nvPicPr>
          <p:cNvPr id="6" name="Picture 5">
            <a:extLst>
              <a:ext uri="{FF2B5EF4-FFF2-40B4-BE49-F238E27FC236}">
                <a16:creationId xmlns:a16="http://schemas.microsoft.com/office/drawing/2014/main" id="{670D4561-ABC6-9C40-5249-350FD60F7F10}"/>
              </a:ext>
            </a:extLst>
          </p:cNvPr>
          <p:cNvPicPr>
            <a:picLocks noChangeAspect="1"/>
          </p:cNvPicPr>
          <p:nvPr/>
        </p:nvPicPr>
        <p:blipFill>
          <a:blip r:embed="rId2"/>
          <a:stretch>
            <a:fillRect/>
          </a:stretch>
        </p:blipFill>
        <p:spPr>
          <a:xfrm>
            <a:off x="6334657" y="2767574"/>
            <a:ext cx="3581710" cy="2743438"/>
          </a:xfrm>
          <a:prstGeom prst="rect">
            <a:avLst/>
          </a:prstGeom>
        </p:spPr>
      </p:pic>
    </p:spTree>
    <p:extLst>
      <p:ext uri="{BB962C8B-B14F-4D97-AF65-F5344CB8AC3E}">
        <p14:creationId xmlns:p14="http://schemas.microsoft.com/office/powerpoint/2010/main" val="884239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48016-0613-98A8-BCDA-3ECA12CE6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DA3145-CFA7-A65F-9966-F1D94F35B58E}"/>
              </a:ext>
            </a:extLst>
          </p:cNvPr>
          <p:cNvSpPr>
            <a:spLocks noGrp="1"/>
          </p:cNvSpPr>
          <p:nvPr>
            <p:ph type="title"/>
          </p:nvPr>
        </p:nvSpPr>
        <p:spPr/>
        <p:txBody>
          <a:bodyPr/>
          <a:lstStyle/>
          <a:p>
            <a:r>
              <a:rPr lang="en-IN" dirty="0"/>
              <a:t> Logic gates using 2:1 mux</a:t>
            </a:r>
          </a:p>
        </p:txBody>
      </p:sp>
      <p:sp>
        <p:nvSpPr>
          <p:cNvPr id="4" name="Content Placeholder 3">
            <a:extLst>
              <a:ext uri="{FF2B5EF4-FFF2-40B4-BE49-F238E27FC236}">
                <a16:creationId xmlns:a16="http://schemas.microsoft.com/office/drawing/2014/main" id="{72A6930D-43C8-9B3B-9331-923C433E228C}"/>
              </a:ext>
            </a:extLst>
          </p:cNvPr>
          <p:cNvSpPr>
            <a:spLocks noGrp="1"/>
          </p:cNvSpPr>
          <p:nvPr>
            <p:ph idx="1"/>
          </p:nvPr>
        </p:nvSpPr>
        <p:spPr/>
        <p:txBody>
          <a:bodyPr/>
          <a:lstStyle/>
          <a:p>
            <a:r>
              <a:rPr lang="en-IN" b="1" dirty="0"/>
              <a:t>EXOR using mux:</a:t>
            </a:r>
          </a:p>
          <a:p>
            <a:r>
              <a:rPr lang="en-IN" dirty="0"/>
              <a:t>Y=  A^B</a:t>
            </a:r>
          </a:p>
          <a:p>
            <a:r>
              <a:rPr lang="en-IN" dirty="0"/>
              <a:t>According to Shannon’s expression</a:t>
            </a:r>
          </a:p>
          <a:p>
            <a:pPr marL="0" indent="0">
              <a:buNone/>
            </a:pPr>
            <a:r>
              <a:rPr lang="en-IN" dirty="0"/>
              <a:t>               ~SA+SB   here S=A (selection line)</a:t>
            </a:r>
          </a:p>
          <a:p>
            <a:pPr marL="0" indent="0">
              <a:buNone/>
            </a:pPr>
            <a:r>
              <a:rPr lang="en-IN" dirty="0"/>
              <a:t>                                    input at 0 :    i0=B</a:t>
            </a:r>
          </a:p>
          <a:p>
            <a:pPr marL="0" indent="0">
              <a:buNone/>
            </a:pPr>
            <a:r>
              <a:rPr lang="en-IN" dirty="0"/>
              <a:t>                                    input at 1 :     i1=~B</a:t>
            </a:r>
          </a:p>
          <a:p>
            <a:pPr marL="0" indent="0">
              <a:buNone/>
            </a:pPr>
            <a:r>
              <a:rPr lang="en-IN" dirty="0"/>
              <a:t>                                        </a:t>
            </a:r>
          </a:p>
          <a:p>
            <a:pPr marL="0" indent="0">
              <a:buNone/>
            </a:pPr>
            <a:r>
              <a:rPr lang="en-IN" dirty="0"/>
              <a:t>                                       </a:t>
            </a:r>
          </a:p>
        </p:txBody>
      </p:sp>
      <p:pic>
        <p:nvPicPr>
          <p:cNvPr id="5" name="Picture 4">
            <a:extLst>
              <a:ext uri="{FF2B5EF4-FFF2-40B4-BE49-F238E27FC236}">
                <a16:creationId xmlns:a16="http://schemas.microsoft.com/office/drawing/2014/main" id="{E62E22D6-A3AE-6C88-4A59-E1ED3772E9C4}"/>
              </a:ext>
            </a:extLst>
          </p:cNvPr>
          <p:cNvPicPr>
            <a:picLocks noChangeAspect="1"/>
          </p:cNvPicPr>
          <p:nvPr/>
        </p:nvPicPr>
        <p:blipFill>
          <a:blip r:embed="rId2"/>
          <a:stretch>
            <a:fillRect/>
          </a:stretch>
        </p:blipFill>
        <p:spPr>
          <a:xfrm>
            <a:off x="7290520" y="2973337"/>
            <a:ext cx="2690093" cy="2217612"/>
          </a:xfrm>
          <a:prstGeom prst="rect">
            <a:avLst/>
          </a:prstGeom>
        </p:spPr>
      </p:pic>
    </p:spTree>
    <p:extLst>
      <p:ext uri="{BB962C8B-B14F-4D97-AF65-F5344CB8AC3E}">
        <p14:creationId xmlns:p14="http://schemas.microsoft.com/office/powerpoint/2010/main" val="1309704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651AC-339A-0368-3BBB-CFFA4F45C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15B29-B991-7049-4A1A-0A89D5AD4CD7}"/>
              </a:ext>
            </a:extLst>
          </p:cNvPr>
          <p:cNvSpPr>
            <a:spLocks noGrp="1"/>
          </p:cNvSpPr>
          <p:nvPr>
            <p:ph type="title"/>
          </p:nvPr>
        </p:nvSpPr>
        <p:spPr/>
        <p:txBody>
          <a:bodyPr/>
          <a:lstStyle/>
          <a:p>
            <a:r>
              <a:rPr lang="en-IN" dirty="0"/>
              <a:t> Logic gates using 2:1 mux</a:t>
            </a:r>
          </a:p>
        </p:txBody>
      </p:sp>
      <p:sp>
        <p:nvSpPr>
          <p:cNvPr id="4" name="Content Placeholder 3">
            <a:extLst>
              <a:ext uri="{FF2B5EF4-FFF2-40B4-BE49-F238E27FC236}">
                <a16:creationId xmlns:a16="http://schemas.microsoft.com/office/drawing/2014/main" id="{66989133-2986-720E-48E5-077B8DA62548}"/>
              </a:ext>
            </a:extLst>
          </p:cNvPr>
          <p:cNvSpPr>
            <a:spLocks noGrp="1"/>
          </p:cNvSpPr>
          <p:nvPr>
            <p:ph idx="1"/>
          </p:nvPr>
        </p:nvSpPr>
        <p:spPr/>
        <p:txBody>
          <a:bodyPr/>
          <a:lstStyle/>
          <a:p>
            <a:r>
              <a:rPr lang="en-IN" b="1" dirty="0"/>
              <a:t>EXNOR using mux:</a:t>
            </a:r>
          </a:p>
          <a:p>
            <a:r>
              <a:rPr lang="en-IN" dirty="0"/>
              <a:t>Y=  ~(A^B)</a:t>
            </a:r>
          </a:p>
          <a:p>
            <a:r>
              <a:rPr lang="en-IN" dirty="0"/>
              <a:t>According to Shannon’s expression</a:t>
            </a:r>
          </a:p>
          <a:p>
            <a:pPr marL="0" indent="0">
              <a:buNone/>
            </a:pPr>
            <a:r>
              <a:rPr lang="en-IN" dirty="0"/>
              <a:t>               ~SA+SB   here S=A (selection line)</a:t>
            </a:r>
          </a:p>
          <a:p>
            <a:pPr marL="0" indent="0">
              <a:buNone/>
            </a:pPr>
            <a:r>
              <a:rPr lang="en-IN" dirty="0"/>
              <a:t>                                    input at 0 :    i0=~B</a:t>
            </a:r>
          </a:p>
          <a:p>
            <a:pPr marL="0" indent="0">
              <a:buNone/>
            </a:pPr>
            <a:r>
              <a:rPr lang="en-IN" dirty="0"/>
              <a:t>                                    input at 1 :     i1=B</a:t>
            </a:r>
          </a:p>
          <a:p>
            <a:pPr marL="0" indent="0">
              <a:buNone/>
            </a:pPr>
            <a:r>
              <a:rPr lang="en-IN" dirty="0"/>
              <a:t>                                        </a:t>
            </a:r>
          </a:p>
          <a:p>
            <a:pPr marL="0" indent="0">
              <a:buNone/>
            </a:pPr>
            <a:r>
              <a:rPr lang="en-IN" dirty="0"/>
              <a:t>                                       </a:t>
            </a:r>
          </a:p>
        </p:txBody>
      </p:sp>
      <p:pic>
        <p:nvPicPr>
          <p:cNvPr id="6" name="Picture 5">
            <a:extLst>
              <a:ext uri="{FF2B5EF4-FFF2-40B4-BE49-F238E27FC236}">
                <a16:creationId xmlns:a16="http://schemas.microsoft.com/office/drawing/2014/main" id="{D2C88133-00D6-5265-F099-F491347B478E}"/>
              </a:ext>
            </a:extLst>
          </p:cNvPr>
          <p:cNvPicPr>
            <a:picLocks noChangeAspect="1"/>
          </p:cNvPicPr>
          <p:nvPr/>
        </p:nvPicPr>
        <p:blipFill>
          <a:blip r:embed="rId2"/>
          <a:stretch>
            <a:fillRect/>
          </a:stretch>
        </p:blipFill>
        <p:spPr>
          <a:xfrm>
            <a:off x="6770759" y="2970414"/>
            <a:ext cx="3581710" cy="2682472"/>
          </a:xfrm>
          <a:prstGeom prst="rect">
            <a:avLst/>
          </a:prstGeom>
        </p:spPr>
      </p:pic>
    </p:spTree>
    <p:extLst>
      <p:ext uri="{BB962C8B-B14F-4D97-AF65-F5344CB8AC3E}">
        <p14:creationId xmlns:p14="http://schemas.microsoft.com/office/powerpoint/2010/main" val="7869959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{5119D6F7-8300-4A42-AC6D-6E18C3E4D879}TF229edf6a-8a49-49ee-a0a6-5037052947485fb3ca0c-bc27bf41d645</Template>
  <TotalTime>195</TotalTime>
  <Words>1136</Words>
  <Application>Microsoft Office PowerPoint</Application>
  <PresentationFormat>Widescreen</PresentationFormat>
  <Paragraphs>122</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Cambria Math</vt:lpstr>
      <vt:lpstr>Century Gothic</vt:lpstr>
      <vt:lpstr>Wingdings 3</vt:lpstr>
      <vt:lpstr>Ion Boardroom</vt:lpstr>
      <vt:lpstr>Realization  of gates</vt:lpstr>
      <vt:lpstr>             Contents</vt:lpstr>
      <vt:lpstr>                Introduction</vt:lpstr>
      <vt:lpstr>Implementation of NOT Gate using Universal gates. </vt:lpstr>
      <vt:lpstr>Implementation Using NOR Gates </vt:lpstr>
      <vt:lpstr>Implementation of AND Gate using Universal Gates </vt:lpstr>
      <vt:lpstr>         </vt:lpstr>
      <vt:lpstr>Implementation of OR Gate using Universal Gates </vt:lpstr>
      <vt:lpstr>    Implementation of OR Gate using Universal Gates     </vt:lpstr>
      <vt:lpstr>Implementation of XOR Gate using Universal gates. </vt:lpstr>
      <vt:lpstr>Implementation of XOR Gate using Universal gates. </vt:lpstr>
      <vt:lpstr>Implementation of XNOR Gate using Universal Gates </vt:lpstr>
      <vt:lpstr>    Implementation of XNOR Gate using Universal Gates      </vt:lpstr>
      <vt:lpstr>     Implementation of NOR Gate using NAND Gates      </vt:lpstr>
      <vt:lpstr>Implementation of NAND Gate using NOR Gates </vt:lpstr>
      <vt:lpstr>Mux as an Buffer</vt:lpstr>
      <vt:lpstr>     MUX AS AN INVERTER </vt:lpstr>
      <vt:lpstr> Logic gates using 2:1 mux</vt:lpstr>
      <vt:lpstr> Logic gates using 2:1 mux</vt:lpstr>
      <vt:lpstr> Logic gates using 2:1 mux</vt:lpstr>
      <vt:lpstr> Logic gates using 2:1 mux</vt:lpstr>
      <vt:lpstr> Logic gates using 2:1 mux</vt:lpstr>
      <vt:lpstr> Logic gates using 2:1 mux</vt:lpstr>
      <vt:lpstr> Logic gates using 2:1 mux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sravanthi vennapusa</dc:creator>
  <cp:lastModifiedBy>sravanthi vennapusa</cp:lastModifiedBy>
  <cp:revision>1</cp:revision>
  <dcterms:created xsi:type="dcterms:W3CDTF">2026-02-21T09:42:12Z</dcterms:created>
  <dcterms:modified xsi:type="dcterms:W3CDTF">2026-02-23T11:21:38Z</dcterms:modified>
</cp:coreProperties>
</file>