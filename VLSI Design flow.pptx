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8" r:id="rId6"/>
    <p:sldId id="289" r:id="rId7"/>
    <p:sldId id="351" r:id="rId8"/>
    <p:sldId id="338" r:id="rId9"/>
    <p:sldId id="339" r:id="rId10"/>
    <p:sldId id="340" r:id="rId11"/>
    <p:sldId id="341" r:id="rId12"/>
    <p:sldId id="352" r:id="rId13"/>
    <p:sldId id="342" r:id="rId14"/>
    <p:sldId id="344" r:id="rId15"/>
    <p:sldId id="346" r:id="rId16"/>
    <p:sldId id="345" r:id="rId17"/>
    <p:sldId id="347" r:id="rId18"/>
    <p:sldId id="348" r:id="rId19"/>
    <p:sldId id="349" r:id="rId20"/>
    <p:sldId id="350" r:id="rId21"/>
    <p:sldId id="32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805771-3BF0-4400-8D66-CC1F07AFBA68}" v="26" dt="2026-03-09T08:29:39.2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4660"/>
  </p:normalViewPr>
  <p:slideViewPr>
    <p:cSldViewPr snapToGrid="0">
      <p:cViewPr varScale="1">
        <p:scale>
          <a:sx n="93" d="100"/>
          <a:sy n="93" d="100"/>
        </p:scale>
        <p:origin x="53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avanthi Vennapusa" userId="06105391-ac9e-4186-a41e-395274e1b189" providerId="ADAL" clId="{9B2BFCF3-BB9D-4917-9B53-4ED52D43BFF8}"/>
    <pc:docChg chg="undo custSel addSld delSld modSld sldOrd">
      <pc:chgData name="sravanthi Vennapusa" userId="06105391-ac9e-4186-a41e-395274e1b189" providerId="ADAL" clId="{9B2BFCF3-BB9D-4917-9B53-4ED52D43BFF8}" dt="2026-03-09T08:58:35.538" v="7051" actId="20577"/>
      <pc:docMkLst>
        <pc:docMk/>
      </pc:docMkLst>
      <pc:sldChg chg="modSp mod">
        <pc:chgData name="sravanthi Vennapusa" userId="06105391-ac9e-4186-a41e-395274e1b189" providerId="ADAL" clId="{9B2BFCF3-BB9D-4917-9B53-4ED52D43BFF8}" dt="2026-03-09T06:32:42.127" v="5690" actId="20577"/>
        <pc:sldMkLst>
          <pc:docMk/>
          <pc:sldMk cId="109857222" sldId="256"/>
        </pc:sldMkLst>
        <pc:spChg chg="mod">
          <ac:chgData name="sravanthi Vennapusa" userId="06105391-ac9e-4186-a41e-395274e1b189" providerId="ADAL" clId="{9B2BFCF3-BB9D-4917-9B53-4ED52D43BFF8}" dt="2026-03-09T06:32:42.127" v="5690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 mod">
        <pc:chgData name="sravanthi Vennapusa" userId="06105391-ac9e-4186-a41e-395274e1b189" providerId="ADAL" clId="{9B2BFCF3-BB9D-4917-9B53-4ED52D43BFF8}" dt="2026-03-06T04:40:02.038" v="5551" actId="20577"/>
        <pc:sldMkLst>
          <pc:docMk/>
          <pc:sldMk cId="905354433" sldId="258"/>
        </pc:sldMkLst>
        <pc:spChg chg="mod">
          <ac:chgData name="sravanthi Vennapusa" userId="06105391-ac9e-4186-a41e-395274e1b189" providerId="ADAL" clId="{9B2BFCF3-BB9D-4917-9B53-4ED52D43BFF8}" dt="2026-03-06T04:40:02.038" v="5551" actId="20577"/>
          <ac:spMkLst>
            <pc:docMk/>
            <pc:sldMk cId="905354433" sldId="258"/>
            <ac:spMk id="3" creationId="{381B35B5-1EF0-7F98-DE21-64AEB3584BC4}"/>
          </ac:spMkLst>
        </pc:spChg>
      </pc:sldChg>
      <pc:sldChg chg="add del">
        <pc:chgData name="sravanthi Vennapusa" userId="06105391-ac9e-4186-a41e-395274e1b189" providerId="ADAL" clId="{9B2BFCF3-BB9D-4917-9B53-4ED52D43BFF8}" dt="2026-03-06T04:37:49.461" v="5355" actId="47"/>
        <pc:sldMkLst>
          <pc:docMk/>
          <pc:sldMk cId="3140598066" sldId="328"/>
        </pc:sldMkLst>
      </pc:sldChg>
      <pc:sldChg chg="addSp delSp modSp add mod">
        <pc:chgData name="sravanthi Vennapusa" userId="06105391-ac9e-4186-a41e-395274e1b189" providerId="ADAL" clId="{9B2BFCF3-BB9D-4917-9B53-4ED52D43BFF8}" dt="2026-03-05T05:41:56.757" v="178" actId="255"/>
        <pc:sldMkLst>
          <pc:docMk/>
          <pc:sldMk cId="1760031281" sldId="338"/>
        </pc:sldMkLst>
        <pc:spChg chg="add mod">
          <ac:chgData name="sravanthi Vennapusa" userId="06105391-ac9e-4186-a41e-395274e1b189" providerId="ADAL" clId="{9B2BFCF3-BB9D-4917-9B53-4ED52D43BFF8}" dt="2026-03-05T05:41:56.757" v="178" actId="255"/>
          <ac:spMkLst>
            <pc:docMk/>
            <pc:sldMk cId="1760031281" sldId="338"/>
            <ac:spMk id="4" creationId="{FB4ABDC4-6874-42C2-844F-151242345B58}"/>
          </ac:spMkLst>
        </pc:spChg>
        <pc:spChg chg="mod">
          <ac:chgData name="sravanthi Vennapusa" userId="06105391-ac9e-4186-a41e-395274e1b189" providerId="ADAL" clId="{9B2BFCF3-BB9D-4917-9B53-4ED52D43BFF8}" dt="2026-03-05T05:41:37.050" v="176" actId="255"/>
          <ac:spMkLst>
            <pc:docMk/>
            <pc:sldMk cId="1760031281" sldId="338"/>
            <ac:spMk id="5" creationId="{F6E71D60-D36F-E550-6E84-6AE67209F6AE}"/>
          </ac:spMkLst>
        </pc:spChg>
        <pc:spChg chg="add mod">
          <ac:chgData name="sravanthi Vennapusa" userId="06105391-ac9e-4186-a41e-395274e1b189" providerId="ADAL" clId="{9B2BFCF3-BB9D-4917-9B53-4ED52D43BFF8}" dt="2026-03-05T05:39:57.371" v="156" actId="14100"/>
          <ac:spMkLst>
            <pc:docMk/>
            <pc:sldMk cId="1760031281" sldId="338"/>
            <ac:spMk id="6" creationId="{D1F524DA-EFC3-53B1-ACE0-1512A7031DD2}"/>
          </ac:spMkLst>
        </pc:spChg>
        <pc:picChg chg="add mod">
          <ac:chgData name="sravanthi Vennapusa" userId="06105391-ac9e-4186-a41e-395274e1b189" providerId="ADAL" clId="{9B2BFCF3-BB9D-4917-9B53-4ED52D43BFF8}" dt="2026-03-05T05:40:33.475" v="160" actId="1076"/>
          <ac:picMkLst>
            <pc:docMk/>
            <pc:sldMk cId="1760031281" sldId="338"/>
            <ac:picMk id="8" creationId="{E021D050-EF8B-E419-30CB-F1F6F33085F4}"/>
          </ac:picMkLst>
        </pc:picChg>
      </pc:sldChg>
      <pc:sldChg chg="addSp delSp modSp add mod">
        <pc:chgData name="sravanthi Vennapusa" userId="06105391-ac9e-4186-a41e-395274e1b189" providerId="ADAL" clId="{9B2BFCF3-BB9D-4917-9B53-4ED52D43BFF8}" dt="2026-03-05T05:47:45.182" v="220" actId="1076"/>
        <pc:sldMkLst>
          <pc:docMk/>
          <pc:sldMk cId="2351769911" sldId="339"/>
        </pc:sldMkLst>
        <pc:spChg chg="mod">
          <ac:chgData name="sravanthi Vennapusa" userId="06105391-ac9e-4186-a41e-395274e1b189" providerId="ADAL" clId="{9B2BFCF3-BB9D-4917-9B53-4ED52D43BFF8}" dt="2026-03-05T05:47:41.802" v="219" actId="14100"/>
          <ac:spMkLst>
            <pc:docMk/>
            <pc:sldMk cId="2351769911" sldId="339"/>
            <ac:spMk id="4" creationId="{27B7012D-68A2-5F37-F1D3-D8B7A39317C8}"/>
          </ac:spMkLst>
        </pc:spChg>
        <pc:spChg chg="mod">
          <ac:chgData name="sravanthi Vennapusa" userId="06105391-ac9e-4186-a41e-395274e1b189" providerId="ADAL" clId="{9B2BFCF3-BB9D-4917-9B53-4ED52D43BFF8}" dt="2026-03-05T05:44:43.590" v="197" actId="20577"/>
          <ac:spMkLst>
            <pc:docMk/>
            <pc:sldMk cId="2351769911" sldId="339"/>
            <ac:spMk id="5" creationId="{703434D6-E90D-D527-ABC8-068D946468B1}"/>
          </ac:spMkLst>
        </pc:spChg>
        <pc:picChg chg="add mod">
          <ac:chgData name="sravanthi Vennapusa" userId="06105391-ac9e-4186-a41e-395274e1b189" providerId="ADAL" clId="{9B2BFCF3-BB9D-4917-9B53-4ED52D43BFF8}" dt="2026-03-05T05:47:45.182" v="220" actId="1076"/>
          <ac:picMkLst>
            <pc:docMk/>
            <pc:sldMk cId="2351769911" sldId="339"/>
            <ac:picMk id="11" creationId="{1AAE5B7B-2388-5F3D-957E-D04D76E13F06}"/>
          </ac:picMkLst>
        </pc:picChg>
      </pc:sldChg>
      <pc:sldChg chg="addSp delSp modSp add mod">
        <pc:chgData name="sravanthi Vennapusa" userId="06105391-ac9e-4186-a41e-395274e1b189" providerId="ADAL" clId="{9B2BFCF3-BB9D-4917-9B53-4ED52D43BFF8}" dt="2026-03-05T05:50:06.153" v="254" actId="1076"/>
        <pc:sldMkLst>
          <pc:docMk/>
          <pc:sldMk cId="3071062108" sldId="340"/>
        </pc:sldMkLst>
        <pc:spChg chg="mod">
          <ac:chgData name="sravanthi Vennapusa" userId="06105391-ac9e-4186-a41e-395274e1b189" providerId="ADAL" clId="{9B2BFCF3-BB9D-4917-9B53-4ED52D43BFF8}" dt="2026-03-05T05:49:00.068" v="238" actId="20577"/>
          <ac:spMkLst>
            <pc:docMk/>
            <pc:sldMk cId="3071062108" sldId="340"/>
            <ac:spMk id="4" creationId="{0E17A46F-12CB-A636-BE63-EC0E0BD295BC}"/>
          </ac:spMkLst>
        </pc:spChg>
        <pc:spChg chg="mod">
          <ac:chgData name="sravanthi Vennapusa" userId="06105391-ac9e-4186-a41e-395274e1b189" providerId="ADAL" clId="{9B2BFCF3-BB9D-4917-9B53-4ED52D43BFF8}" dt="2026-03-05T05:49:14.275" v="247" actId="20577"/>
          <ac:spMkLst>
            <pc:docMk/>
            <pc:sldMk cId="3071062108" sldId="340"/>
            <ac:spMk id="5" creationId="{99B80677-553B-70E0-4378-AE2A7AAFD706}"/>
          </ac:spMkLst>
        </pc:spChg>
        <pc:picChg chg="add mod">
          <ac:chgData name="sravanthi Vennapusa" userId="06105391-ac9e-4186-a41e-395274e1b189" providerId="ADAL" clId="{9B2BFCF3-BB9D-4917-9B53-4ED52D43BFF8}" dt="2026-03-05T05:50:06.153" v="254" actId="1076"/>
          <ac:picMkLst>
            <pc:docMk/>
            <pc:sldMk cId="3071062108" sldId="340"/>
            <ac:picMk id="3" creationId="{1A791C14-EE9F-9160-F75F-9FDC26DCF42D}"/>
          </ac:picMkLst>
        </pc:picChg>
        <pc:picChg chg="add mod">
          <ac:chgData name="sravanthi Vennapusa" userId="06105391-ac9e-4186-a41e-395274e1b189" providerId="ADAL" clId="{9B2BFCF3-BB9D-4917-9B53-4ED52D43BFF8}" dt="2026-03-05T05:50:03.012" v="252" actId="1076"/>
          <ac:picMkLst>
            <pc:docMk/>
            <pc:sldMk cId="3071062108" sldId="340"/>
            <ac:picMk id="8" creationId="{89376BA4-925B-99DF-0C13-2888FD9E3ED3}"/>
          </ac:picMkLst>
        </pc:picChg>
      </pc:sldChg>
      <pc:sldChg chg="delSp modSp add mod">
        <pc:chgData name="sravanthi Vennapusa" userId="06105391-ac9e-4186-a41e-395274e1b189" providerId="ADAL" clId="{9B2BFCF3-BB9D-4917-9B53-4ED52D43BFF8}" dt="2026-03-09T08:24:29.930" v="5833" actId="20577"/>
        <pc:sldMkLst>
          <pc:docMk/>
          <pc:sldMk cId="3851759909" sldId="341"/>
        </pc:sldMkLst>
        <pc:spChg chg="mod">
          <ac:chgData name="sravanthi Vennapusa" userId="06105391-ac9e-4186-a41e-395274e1b189" providerId="ADAL" clId="{9B2BFCF3-BB9D-4917-9B53-4ED52D43BFF8}" dt="2026-03-09T08:24:29.930" v="5833" actId="20577"/>
          <ac:spMkLst>
            <pc:docMk/>
            <pc:sldMk cId="3851759909" sldId="341"/>
            <ac:spMk id="4" creationId="{E365EDE0-B769-7D59-9138-94D0EDE4434E}"/>
          </ac:spMkLst>
        </pc:spChg>
        <pc:spChg chg="mod">
          <ac:chgData name="sravanthi Vennapusa" userId="06105391-ac9e-4186-a41e-395274e1b189" providerId="ADAL" clId="{9B2BFCF3-BB9D-4917-9B53-4ED52D43BFF8}" dt="2026-03-05T05:52:17.993" v="281" actId="20577"/>
          <ac:spMkLst>
            <pc:docMk/>
            <pc:sldMk cId="3851759909" sldId="341"/>
            <ac:spMk id="5" creationId="{A225859C-B3F4-9906-E722-3CC5AA978D2D}"/>
          </ac:spMkLst>
        </pc:spChg>
      </pc:sldChg>
      <pc:sldChg chg="modSp add mod">
        <pc:chgData name="sravanthi Vennapusa" userId="06105391-ac9e-4186-a41e-395274e1b189" providerId="ADAL" clId="{9B2BFCF3-BB9D-4917-9B53-4ED52D43BFF8}" dt="2026-03-05T06:27:43" v="338" actId="20577"/>
        <pc:sldMkLst>
          <pc:docMk/>
          <pc:sldMk cId="4112988520" sldId="342"/>
        </pc:sldMkLst>
        <pc:spChg chg="mod">
          <ac:chgData name="sravanthi Vennapusa" userId="06105391-ac9e-4186-a41e-395274e1b189" providerId="ADAL" clId="{9B2BFCF3-BB9D-4917-9B53-4ED52D43BFF8}" dt="2026-03-05T06:27:16.369" v="303" actId="113"/>
          <ac:spMkLst>
            <pc:docMk/>
            <pc:sldMk cId="4112988520" sldId="342"/>
            <ac:spMk id="4" creationId="{E3EFFC40-EB9E-4F75-205A-3E041FF7CCF1}"/>
          </ac:spMkLst>
        </pc:spChg>
        <pc:spChg chg="mod">
          <ac:chgData name="sravanthi Vennapusa" userId="06105391-ac9e-4186-a41e-395274e1b189" providerId="ADAL" clId="{9B2BFCF3-BB9D-4917-9B53-4ED52D43BFF8}" dt="2026-03-05T06:27:43" v="338" actId="20577"/>
          <ac:spMkLst>
            <pc:docMk/>
            <pc:sldMk cId="4112988520" sldId="342"/>
            <ac:spMk id="5" creationId="{F2489E7C-DD8E-1D4F-3B96-F48EB009E178}"/>
          </ac:spMkLst>
        </pc:spChg>
      </pc:sldChg>
      <pc:sldChg chg="addSp delSp modSp add mod">
        <pc:chgData name="sravanthi Vennapusa" userId="06105391-ac9e-4186-a41e-395274e1b189" providerId="ADAL" clId="{9B2BFCF3-BB9D-4917-9B53-4ED52D43BFF8}" dt="2026-03-09T06:55:39.696" v="5812" actId="14100"/>
        <pc:sldMkLst>
          <pc:docMk/>
          <pc:sldMk cId="2242936163" sldId="344"/>
        </pc:sldMkLst>
        <pc:spChg chg="mod">
          <ac:chgData name="sravanthi Vennapusa" userId="06105391-ac9e-4186-a41e-395274e1b189" providerId="ADAL" clId="{9B2BFCF3-BB9D-4917-9B53-4ED52D43BFF8}" dt="2026-03-06T04:23:51.489" v="2927" actId="20577"/>
          <ac:spMkLst>
            <pc:docMk/>
            <pc:sldMk cId="2242936163" sldId="344"/>
            <ac:spMk id="4" creationId="{AEAB27CF-5585-3273-1C6B-647372BAA502}"/>
          </ac:spMkLst>
        </pc:spChg>
        <pc:spChg chg="mod">
          <ac:chgData name="sravanthi Vennapusa" userId="06105391-ac9e-4186-a41e-395274e1b189" providerId="ADAL" clId="{9B2BFCF3-BB9D-4917-9B53-4ED52D43BFF8}" dt="2026-03-05T06:39:23.704" v="1837" actId="20577"/>
          <ac:spMkLst>
            <pc:docMk/>
            <pc:sldMk cId="2242936163" sldId="344"/>
            <ac:spMk id="5" creationId="{DFCF9CE9-5C5B-D3A6-2435-746B78B32527}"/>
          </ac:spMkLst>
        </pc:spChg>
        <pc:picChg chg="add del mod">
          <ac:chgData name="sravanthi Vennapusa" userId="06105391-ac9e-4186-a41e-395274e1b189" providerId="ADAL" clId="{9B2BFCF3-BB9D-4917-9B53-4ED52D43BFF8}" dt="2026-03-09T06:55:27.056" v="5808" actId="478"/>
          <ac:picMkLst>
            <pc:docMk/>
            <pc:sldMk cId="2242936163" sldId="344"/>
            <ac:picMk id="8" creationId="{83B21640-C579-131A-3608-5385D135CED1}"/>
          </ac:picMkLst>
        </pc:picChg>
        <pc:picChg chg="add mod">
          <ac:chgData name="sravanthi Vennapusa" userId="06105391-ac9e-4186-a41e-395274e1b189" providerId="ADAL" clId="{9B2BFCF3-BB9D-4917-9B53-4ED52D43BFF8}" dt="2026-03-09T06:55:39.696" v="5812" actId="14100"/>
          <ac:picMkLst>
            <pc:docMk/>
            <pc:sldMk cId="2242936163" sldId="344"/>
            <ac:picMk id="2050" creationId="{EE158FF5-21BB-DDA2-89A9-55234C4D8CDF}"/>
          </ac:picMkLst>
        </pc:picChg>
      </pc:sldChg>
      <pc:sldChg chg="addSp delSp modSp add mod">
        <pc:chgData name="sravanthi Vennapusa" userId="06105391-ac9e-4186-a41e-395274e1b189" providerId="ADAL" clId="{9B2BFCF3-BB9D-4917-9B53-4ED52D43BFF8}" dt="2026-03-09T06:56:55.845" v="5821" actId="1076"/>
        <pc:sldMkLst>
          <pc:docMk/>
          <pc:sldMk cId="745092069" sldId="345"/>
        </pc:sldMkLst>
        <pc:spChg chg="mod">
          <ac:chgData name="sravanthi Vennapusa" userId="06105391-ac9e-4186-a41e-395274e1b189" providerId="ADAL" clId="{9B2BFCF3-BB9D-4917-9B53-4ED52D43BFF8}" dt="2026-03-06T04:24:58.323" v="3482" actId="20577"/>
          <ac:spMkLst>
            <pc:docMk/>
            <pc:sldMk cId="745092069" sldId="345"/>
            <ac:spMk id="4" creationId="{53C070EB-9766-5093-3724-BBD8CAC3161E}"/>
          </ac:spMkLst>
        </pc:spChg>
        <pc:picChg chg="add del mod">
          <ac:chgData name="sravanthi Vennapusa" userId="06105391-ac9e-4186-a41e-395274e1b189" providerId="ADAL" clId="{9B2BFCF3-BB9D-4917-9B53-4ED52D43BFF8}" dt="2026-03-09T06:56:53.094" v="5819" actId="478"/>
          <ac:picMkLst>
            <pc:docMk/>
            <pc:sldMk cId="745092069" sldId="345"/>
            <ac:picMk id="3" creationId="{0EB9FA77-DF77-543D-52A9-AF95B8CF784B}"/>
          </ac:picMkLst>
        </pc:picChg>
        <pc:picChg chg="add mod">
          <ac:chgData name="sravanthi Vennapusa" userId="06105391-ac9e-4186-a41e-395274e1b189" providerId="ADAL" clId="{9B2BFCF3-BB9D-4917-9B53-4ED52D43BFF8}" dt="2026-03-09T06:56:55.845" v="5821" actId="1076"/>
          <ac:picMkLst>
            <pc:docMk/>
            <pc:sldMk cId="745092069" sldId="345"/>
            <ac:picMk id="4098" creationId="{7A34D2C3-4706-6F47-8965-08AE5EC0C3D1}"/>
          </ac:picMkLst>
        </pc:picChg>
      </pc:sldChg>
      <pc:sldChg chg="addSp delSp modSp add mod">
        <pc:chgData name="sravanthi Vennapusa" userId="06105391-ac9e-4186-a41e-395274e1b189" providerId="ADAL" clId="{9B2BFCF3-BB9D-4917-9B53-4ED52D43BFF8}" dt="2026-03-09T06:56:08.542" v="5818" actId="14100"/>
        <pc:sldMkLst>
          <pc:docMk/>
          <pc:sldMk cId="1297201113" sldId="346"/>
        </pc:sldMkLst>
        <pc:spChg chg="mod">
          <ac:chgData name="sravanthi Vennapusa" userId="06105391-ac9e-4186-a41e-395274e1b189" providerId="ADAL" clId="{9B2BFCF3-BB9D-4917-9B53-4ED52D43BFF8}" dt="2026-03-06T04:24:18.629" v="3258" actId="20577"/>
          <ac:spMkLst>
            <pc:docMk/>
            <pc:sldMk cId="1297201113" sldId="346"/>
            <ac:spMk id="4" creationId="{5021AC88-298E-7494-B2B9-16F40AF787F0}"/>
          </ac:spMkLst>
        </pc:spChg>
        <pc:picChg chg="add del mod">
          <ac:chgData name="sravanthi Vennapusa" userId="06105391-ac9e-4186-a41e-395274e1b189" providerId="ADAL" clId="{9B2BFCF3-BB9D-4917-9B53-4ED52D43BFF8}" dt="2026-03-09T06:55:59.108" v="5813" actId="478"/>
          <ac:picMkLst>
            <pc:docMk/>
            <pc:sldMk cId="1297201113" sldId="346"/>
            <ac:picMk id="3" creationId="{0FCA65AB-19F3-57F1-5821-05687A576C3D}"/>
          </ac:picMkLst>
        </pc:picChg>
        <pc:picChg chg="add mod">
          <ac:chgData name="sravanthi Vennapusa" userId="06105391-ac9e-4186-a41e-395274e1b189" providerId="ADAL" clId="{9B2BFCF3-BB9D-4917-9B53-4ED52D43BFF8}" dt="2026-03-09T06:56:08.542" v="5818" actId="14100"/>
          <ac:picMkLst>
            <pc:docMk/>
            <pc:sldMk cId="1297201113" sldId="346"/>
            <ac:picMk id="3074" creationId="{8CEF859E-ADE1-B248-7C81-CBD959390814}"/>
          </ac:picMkLst>
        </pc:picChg>
      </pc:sldChg>
      <pc:sldChg chg="addSp modSp add mod">
        <pc:chgData name="sravanthi Vennapusa" userId="06105391-ac9e-4186-a41e-395274e1b189" providerId="ADAL" clId="{9B2BFCF3-BB9D-4917-9B53-4ED52D43BFF8}" dt="2026-03-06T04:26:23.146" v="3664" actId="14100"/>
        <pc:sldMkLst>
          <pc:docMk/>
          <pc:sldMk cId="2608390593" sldId="347"/>
        </pc:sldMkLst>
        <pc:spChg chg="mod">
          <ac:chgData name="sravanthi Vennapusa" userId="06105391-ac9e-4186-a41e-395274e1b189" providerId="ADAL" clId="{9B2BFCF3-BB9D-4917-9B53-4ED52D43BFF8}" dt="2026-03-06T04:25:52.621" v="3660" actId="20577"/>
          <ac:spMkLst>
            <pc:docMk/>
            <pc:sldMk cId="2608390593" sldId="347"/>
            <ac:spMk id="4" creationId="{B348F18F-9CCB-698E-CDF7-DB1C3898E4A4}"/>
          </ac:spMkLst>
        </pc:spChg>
        <pc:picChg chg="add mod">
          <ac:chgData name="sravanthi Vennapusa" userId="06105391-ac9e-4186-a41e-395274e1b189" providerId="ADAL" clId="{9B2BFCF3-BB9D-4917-9B53-4ED52D43BFF8}" dt="2026-03-06T04:26:23.146" v="3664" actId="14100"/>
          <ac:picMkLst>
            <pc:docMk/>
            <pc:sldMk cId="2608390593" sldId="347"/>
            <ac:picMk id="3" creationId="{A95EAB2F-8F81-0EC1-EAF4-F0FA95BC0E82}"/>
          </ac:picMkLst>
        </pc:picChg>
      </pc:sldChg>
      <pc:sldChg chg="modSp add mod ord">
        <pc:chgData name="sravanthi Vennapusa" userId="06105391-ac9e-4186-a41e-395274e1b189" providerId="ADAL" clId="{9B2BFCF3-BB9D-4917-9B53-4ED52D43BFF8}" dt="2026-03-09T07:50:48.685" v="5826" actId="20577"/>
        <pc:sldMkLst>
          <pc:docMk/>
          <pc:sldMk cId="198385681" sldId="348"/>
        </pc:sldMkLst>
        <pc:spChg chg="mod">
          <ac:chgData name="sravanthi Vennapusa" userId="06105391-ac9e-4186-a41e-395274e1b189" providerId="ADAL" clId="{9B2BFCF3-BB9D-4917-9B53-4ED52D43BFF8}" dt="2026-03-09T07:50:48.685" v="5826" actId="20577"/>
          <ac:spMkLst>
            <pc:docMk/>
            <pc:sldMk cId="198385681" sldId="348"/>
            <ac:spMk id="4" creationId="{4B9105D5-0777-528D-6D1E-33E67BCE033A}"/>
          </ac:spMkLst>
        </pc:spChg>
        <pc:spChg chg="mod">
          <ac:chgData name="sravanthi Vennapusa" userId="06105391-ac9e-4186-a41e-395274e1b189" providerId="ADAL" clId="{9B2BFCF3-BB9D-4917-9B53-4ED52D43BFF8}" dt="2026-03-06T04:30:58.797" v="4320" actId="255"/>
          <ac:spMkLst>
            <pc:docMk/>
            <pc:sldMk cId="198385681" sldId="348"/>
            <ac:spMk id="5" creationId="{81E74E5B-09FB-7049-7500-90DF7358099B}"/>
          </ac:spMkLst>
        </pc:spChg>
      </pc:sldChg>
      <pc:sldChg chg="addSp modSp add mod">
        <pc:chgData name="sravanthi Vennapusa" userId="06105391-ac9e-4186-a41e-395274e1b189" providerId="ADAL" clId="{9B2BFCF3-BB9D-4917-9B53-4ED52D43BFF8}" dt="2026-03-09T06:23:48" v="5670" actId="20577"/>
        <pc:sldMkLst>
          <pc:docMk/>
          <pc:sldMk cId="3784959544" sldId="349"/>
        </pc:sldMkLst>
        <pc:spChg chg="add mod">
          <ac:chgData name="sravanthi Vennapusa" userId="06105391-ac9e-4186-a41e-395274e1b189" providerId="ADAL" clId="{9B2BFCF3-BB9D-4917-9B53-4ED52D43BFF8}" dt="2026-03-09T06:23:48" v="5670" actId="20577"/>
          <ac:spMkLst>
            <pc:docMk/>
            <pc:sldMk cId="3784959544" sldId="349"/>
            <ac:spMk id="3" creationId="{A5D2621D-ED2E-DD07-DD3A-4A8FFE8E971C}"/>
          </ac:spMkLst>
        </pc:spChg>
        <pc:spChg chg="mod">
          <ac:chgData name="sravanthi Vennapusa" userId="06105391-ac9e-4186-a41e-395274e1b189" providerId="ADAL" clId="{9B2BFCF3-BB9D-4917-9B53-4ED52D43BFF8}" dt="2026-03-06T04:35:13.276" v="5185" actId="20577"/>
          <ac:spMkLst>
            <pc:docMk/>
            <pc:sldMk cId="3784959544" sldId="349"/>
            <ac:spMk id="4" creationId="{C725D940-E2F0-F85B-BA90-1E853F135404}"/>
          </ac:spMkLst>
        </pc:spChg>
        <pc:spChg chg="mod">
          <ac:chgData name="sravanthi Vennapusa" userId="06105391-ac9e-4186-a41e-395274e1b189" providerId="ADAL" clId="{9B2BFCF3-BB9D-4917-9B53-4ED52D43BFF8}" dt="2026-03-06T04:35:09.788" v="5184" actId="20577"/>
          <ac:spMkLst>
            <pc:docMk/>
            <pc:sldMk cId="3784959544" sldId="349"/>
            <ac:spMk id="5" creationId="{1606EB8D-79B3-1019-9B64-53B0754445BA}"/>
          </ac:spMkLst>
        </pc:spChg>
      </pc:sldChg>
      <pc:sldChg chg="addSp delSp modSp add mod">
        <pc:chgData name="sravanthi Vennapusa" userId="06105391-ac9e-4186-a41e-395274e1b189" providerId="ADAL" clId="{9B2BFCF3-BB9D-4917-9B53-4ED52D43BFF8}" dt="2026-03-06T04:37:08.998" v="5327" actId="20577"/>
        <pc:sldMkLst>
          <pc:docMk/>
          <pc:sldMk cId="1593095187" sldId="350"/>
        </pc:sldMkLst>
        <pc:spChg chg="add del mod">
          <ac:chgData name="sravanthi Vennapusa" userId="06105391-ac9e-4186-a41e-395274e1b189" providerId="ADAL" clId="{9B2BFCF3-BB9D-4917-9B53-4ED52D43BFF8}" dt="2026-03-06T04:35:57.731" v="5200" actId="47"/>
          <ac:spMkLst>
            <pc:docMk/>
            <pc:sldMk cId="1593095187" sldId="350"/>
            <ac:spMk id="3" creationId="{D3ADA23D-E4AE-6321-0CF3-F25AE08CD131}"/>
          </ac:spMkLst>
        </pc:spChg>
        <pc:spChg chg="mod">
          <ac:chgData name="sravanthi Vennapusa" userId="06105391-ac9e-4186-a41e-395274e1b189" providerId="ADAL" clId="{9B2BFCF3-BB9D-4917-9B53-4ED52D43BFF8}" dt="2026-03-06T04:36:57.517" v="5318" actId="20577"/>
          <ac:spMkLst>
            <pc:docMk/>
            <pc:sldMk cId="1593095187" sldId="350"/>
            <ac:spMk id="4" creationId="{C204D1F3-DF91-A2DC-CC8A-99725DD81200}"/>
          </ac:spMkLst>
        </pc:spChg>
        <pc:spChg chg="mod">
          <ac:chgData name="sravanthi Vennapusa" userId="06105391-ac9e-4186-a41e-395274e1b189" providerId="ADAL" clId="{9B2BFCF3-BB9D-4917-9B53-4ED52D43BFF8}" dt="2026-03-06T04:37:08.998" v="5327" actId="20577"/>
          <ac:spMkLst>
            <pc:docMk/>
            <pc:sldMk cId="1593095187" sldId="350"/>
            <ac:spMk id="5" creationId="{EE8DA73F-A9BA-BAB3-69BF-D2845B0A2874}"/>
          </ac:spMkLst>
        </pc:spChg>
      </pc:sldChg>
      <pc:sldChg chg="addSp delSp modSp add mod">
        <pc:chgData name="sravanthi Vennapusa" userId="06105391-ac9e-4186-a41e-395274e1b189" providerId="ADAL" clId="{9B2BFCF3-BB9D-4917-9B53-4ED52D43BFF8}" dt="2026-03-09T06:54:05.534" v="5807" actId="20577"/>
        <pc:sldMkLst>
          <pc:docMk/>
          <pc:sldMk cId="3736608731" sldId="351"/>
        </pc:sldMkLst>
        <pc:spChg chg="add del mod">
          <ac:chgData name="sravanthi Vennapusa" userId="06105391-ac9e-4186-a41e-395274e1b189" providerId="ADAL" clId="{9B2BFCF3-BB9D-4917-9B53-4ED52D43BFF8}" dt="2026-03-09T06:49:09.642" v="5788"/>
          <ac:spMkLst>
            <pc:docMk/>
            <pc:sldMk cId="3736608731" sldId="351"/>
            <ac:spMk id="4" creationId="{4A99D30B-701B-E10C-0FA1-6073EFD44449}"/>
          </ac:spMkLst>
        </pc:spChg>
        <pc:spChg chg="mod">
          <ac:chgData name="sravanthi Vennapusa" userId="06105391-ac9e-4186-a41e-395274e1b189" providerId="ADAL" clId="{9B2BFCF3-BB9D-4917-9B53-4ED52D43BFF8}" dt="2026-03-09T06:54:05.534" v="5807" actId="20577"/>
          <ac:spMkLst>
            <pc:docMk/>
            <pc:sldMk cId="3736608731" sldId="351"/>
            <ac:spMk id="5" creationId="{82B091EC-6437-ABA0-3402-E88F1E744F53}"/>
          </ac:spMkLst>
        </pc:spChg>
        <pc:picChg chg="del">
          <ac:chgData name="sravanthi Vennapusa" userId="06105391-ac9e-4186-a41e-395274e1b189" providerId="ADAL" clId="{9B2BFCF3-BB9D-4917-9B53-4ED52D43BFF8}" dt="2026-03-09T06:48:33.631" v="5785" actId="478"/>
          <ac:picMkLst>
            <pc:docMk/>
            <pc:sldMk cId="3736608731" sldId="351"/>
            <ac:picMk id="2" creationId="{6ECBC9CD-1D62-96B6-00B1-49BF17097C7C}"/>
          </ac:picMkLst>
        </pc:picChg>
        <pc:picChg chg="add mod">
          <ac:chgData name="sravanthi Vennapusa" userId="06105391-ac9e-4186-a41e-395274e1b189" providerId="ADAL" clId="{9B2BFCF3-BB9D-4917-9B53-4ED52D43BFF8}" dt="2026-03-09T06:49:17.574" v="5790" actId="14100"/>
          <ac:picMkLst>
            <pc:docMk/>
            <pc:sldMk cId="3736608731" sldId="351"/>
            <ac:picMk id="1026" creationId="{CFDD8F07-CD16-6BBB-FC2E-1C23FAE594FA}"/>
          </ac:picMkLst>
        </pc:picChg>
      </pc:sldChg>
      <pc:sldChg chg="add del">
        <pc:chgData name="sravanthi Vennapusa" userId="06105391-ac9e-4186-a41e-395274e1b189" providerId="ADAL" clId="{9B2BFCF3-BB9D-4917-9B53-4ED52D43BFF8}" dt="2026-03-09T06:48:37.812" v="5787" actId="47"/>
        <pc:sldMkLst>
          <pc:docMk/>
          <pc:sldMk cId="1735533448" sldId="352"/>
        </pc:sldMkLst>
      </pc:sldChg>
      <pc:sldChg chg="new del">
        <pc:chgData name="sravanthi Vennapusa" userId="06105391-ac9e-4186-a41e-395274e1b189" providerId="ADAL" clId="{9B2BFCF3-BB9D-4917-9B53-4ED52D43BFF8}" dt="2026-03-09T08:27:15.588" v="6403" actId="47"/>
        <pc:sldMkLst>
          <pc:docMk/>
          <pc:sldMk cId="2182923111" sldId="352"/>
        </pc:sldMkLst>
      </pc:sldChg>
      <pc:sldChg chg="addSp modSp add mod">
        <pc:chgData name="sravanthi Vennapusa" userId="06105391-ac9e-4186-a41e-395274e1b189" providerId="ADAL" clId="{9B2BFCF3-BB9D-4917-9B53-4ED52D43BFF8}" dt="2026-03-09T08:58:35.538" v="7051" actId="20577"/>
        <pc:sldMkLst>
          <pc:docMk/>
          <pc:sldMk cId="2925858669" sldId="352"/>
        </pc:sldMkLst>
        <pc:spChg chg="add mod">
          <ac:chgData name="sravanthi Vennapusa" userId="06105391-ac9e-4186-a41e-395274e1b189" providerId="ADAL" clId="{9B2BFCF3-BB9D-4917-9B53-4ED52D43BFF8}" dt="2026-03-09T08:30:19.511" v="7034" actId="20577"/>
          <ac:spMkLst>
            <pc:docMk/>
            <pc:sldMk cId="2925858669" sldId="352"/>
            <ac:spMk id="3" creationId="{6649DF90-3CE1-8684-7641-C73ED8D6DEF9}"/>
          </ac:spMkLst>
        </pc:spChg>
        <pc:spChg chg="mod">
          <ac:chgData name="sravanthi Vennapusa" userId="06105391-ac9e-4186-a41e-395274e1b189" providerId="ADAL" clId="{9B2BFCF3-BB9D-4917-9B53-4ED52D43BFF8}" dt="2026-03-09T08:29:59.168" v="7013" actId="5793"/>
          <ac:spMkLst>
            <pc:docMk/>
            <pc:sldMk cId="2925858669" sldId="352"/>
            <ac:spMk id="4" creationId="{5FBF54F3-6AA6-470B-2D60-0391D8A73EC5}"/>
          </ac:spMkLst>
        </pc:spChg>
        <pc:spChg chg="mod">
          <ac:chgData name="sravanthi Vennapusa" userId="06105391-ac9e-4186-a41e-395274e1b189" providerId="ADAL" clId="{9B2BFCF3-BB9D-4917-9B53-4ED52D43BFF8}" dt="2026-03-09T08:58:35.538" v="7051" actId="20577"/>
          <ac:spMkLst>
            <pc:docMk/>
            <pc:sldMk cId="2925858669" sldId="352"/>
            <ac:spMk id="5" creationId="{3745E4CA-1340-23E9-A694-3864CD2AD9E1}"/>
          </ac:spMkLst>
        </pc:spChg>
        <pc:picChg chg="add mod">
          <ac:chgData name="sravanthi Vennapusa" userId="06105391-ac9e-4186-a41e-395274e1b189" providerId="ADAL" clId="{9B2BFCF3-BB9D-4917-9B53-4ED52D43BFF8}" dt="2026-03-09T08:29:39.200" v="7009" actId="1076"/>
          <ac:picMkLst>
            <pc:docMk/>
            <pc:sldMk cId="2925858669" sldId="352"/>
            <ac:picMk id="5122" creationId="{33687285-69F3-97A6-608A-E313B46D5E57}"/>
          </ac:picMkLst>
        </pc:picChg>
      </pc:sldChg>
      <pc:sldChg chg="modSp add del mod">
        <pc:chgData name="sravanthi Vennapusa" userId="06105391-ac9e-4186-a41e-395274e1b189" providerId="ADAL" clId="{9B2BFCF3-BB9D-4917-9B53-4ED52D43BFF8}" dt="2026-03-09T08:26:41.032" v="6401" actId="47"/>
        <pc:sldMkLst>
          <pc:docMk/>
          <pc:sldMk cId="3348678685" sldId="352"/>
        </pc:sldMkLst>
        <pc:spChg chg="mod">
          <ac:chgData name="sravanthi Vennapusa" userId="06105391-ac9e-4186-a41e-395274e1b189" providerId="ADAL" clId="{9B2BFCF3-BB9D-4917-9B53-4ED52D43BFF8}" dt="2026-03-09T08:25:21.648" v="5835" actId="20577"/>
          <ac:spMkLst>
            <pc:docMk/>
            <pc:sldMk cId="3348678685" sldId="352"/>
            <ac:spMk id="5" creationId="{D783CF57-76B5-95A4-5478-469B98086FC1}"/>
          </ac:spMkLst>
        </pc:spChg>
      </pc:sldChg>
      <pc:sldChg chg="modSp add del mod">
        <pc:chgData name="sravanthi Vennapusa" userId="06105391-ac9e-4186-a41e-395274e1b189" providerId="ADAL" clId="{9B2BFCF3-BB9D-4917-9B53-4ED52D43BFF8}" dt="2026-03-09T08:26:37.016" v="6400" actId="47"/>
        <pc:sldMkLst>
          <pc:docMk/>
          <pc:sldMk cId="273088530" sldId="353"/>
        </pc:sldMkLst>
        <pc:spChg chg="mod">
          <ac:chgData name="sravanthi Vennapusa" userId="06105391-ac9e-4186-a41e-395274e1b189" providerId="ADAL" clId="{9B2BFCF3-BB9D-4917-9B53-4ED52D43BFF8}" dt="2026-03-09T08:26:29.211" v="6398" actId="20577"/>
          <ac:spMkLst>
            <pc:docMk/>
            <pc:sldMk cId="273088530" sldId="353"/>
            <ac:spMk id="4" creationId="{393FD618-DA57-0314-E191-6B70F9A181FF}"/>
          </ac:spMkLst>
        </pc:spChg>
        <pc:spChg chg="mod">
          <ac:chgData name="sravanthi Vennapusa" userId="06105391-ac9e-4186-a41e-395274e1b189" providerId="ADAL" clId="{9B2BFCF3-BB9D-4917-9B53-4ED52D43BFF8}" dt="2026-03-09T08:26:33.303" v="6399" actId="20577"/>
          <ac:spMkLst>
            <pc:docMk/>
            <pc:sldMk cId="273088530" sldId="353"/>
            <ac:spMk id="5" creationId="{8C156B4E-F9B2-BE44-8FEA-FCC9E8113EF8}"/>
          </ac:spMkLst>
        </pc:spChg>
      </pc:sldChg>
    </pc:docChg>
  </pc:docChgLst>
  <pc:docChgLst>
    <pc:chgData name="sravanthi Vennapusa" userId="S::sravanthi@chipweave.com::06105391-ac9e-4186-a41e-395274e1b189" providerId="AD" clId="Web-{2E1B3538-986C-41D3-A249-53BDB9A5EB2C}"/>
    <pc:docChg chg="delSld modSld">
      <pc:chgData name="sravanthi Vennapusa" userId="S::sravanthi@chipweave.com::06105391-ac9e-4186-a41e-395274e1b189" providerId="AD" clId="Web-{2E1B3538-986C-41D3-A249-53BDB9A5EB2C}" dt="2026-03-05T05:33:51.221" v="43" actId="20577"/>
      <pc:docMkLst>
        <pc:docMk/>
      </pc:docMkLst>
      <pc:sldChg chg="modSp">
        <pc:chgData name="sravanthi Vennapusa" userId="S::sravanthi@chipweave.com::06105391-ac9e-4186-a41e-395274e1b189" providerId="AD" clId="Web-{2E1B3538-986C-41D3-A249-53BDB9A5EB2C}" dt="2026-03-05T05:32:46.861" v="21" actId="20577"/>
        <pc:sldMkLst>
          <pc:docMk/>
          <pc:sldMk cId="109857222" sldId="256"/>
        </pc:sldMkLst>
        <pc:spChg chg="mod">
          <ac:chgData name="sravanthi Vennapusa" userId="S::sravanthi@chipweave.com::06105391-ac9e-4186-a41e-395274e1b189" providerId="AD" clId="Web-{2E1B3538-986C-41D3-A249-53BDB9A5EB2C}" dt="2026-03-05T05:32:46.861" v="21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sravanthi Vennapusa" userId="S::sravanthi@chipweave.com::06105391-ac9e-4186-a41e-395274e1b189" providerId="AD" clId="Web-{2E1B3538-986C-41D3-A249-53BDB9A5EB2C}" dt="2026-03-05T05:32:35.080" v="9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addSp delSp modSp">
        <pc:chgData name="sravanthi Vennapusa" userId="S::sravanthi@chipweave.com::06105391-ac9e-4186-a41e-395274e1b189" providerId="AD" clId="Web-{2E1B3538-986C-41D3-A249-53BDB9A5EB2C}" dt="2026-03-05T05:33:51.221" v="43" actId="20577"/>
        <pc:sldMkLst>
          <pc:docMk/>
          <pc:sldMk cId="1746917598" sldId="289"/>
        </pc:sldMkLst>
        <pc:spChg chg="mod">
          <ac:chgData name="sravanthi Vennapusa" userId="S::sravanthi@chipweave.com::06105391-ac9e-4186-a41e-395274e1b189" providerId="AD" clId="Web-{2E1B3538-986C-41D3-A249-53BDB9A5EB2C}" dt="2026-03-05T05:33:51.221" v="43" actId="20577"/>
          <ac:spMkLst>
            <pc:docMk/>
            <pc:sldMk cId="1746917598" sldId="289"/>
            <ac:spMk id="5" creationId="{233035C6-705C-CBB5-32D4-2A616EAC3C89}"/>
          </ac:spMkLst>
        </pc:spChg>
        <pc:picChg chg="add mod ord">
          <ac:chgData name="sravanthi Vennapusa" userId="S::sravanthi@chipweave.com::06105391-ac9e-4186-a41e-395274e1b189" providerId="AD" clId="Web-{2E1B3538-986C-41D3-A249-53BDB9A5EB2C}" dt="2026-03-05T05:33:35.033" v="28" actId="14100"/>
          <ac:picMkLst>
            <pc:docMk/>
            <pc:sldMk cId="1746917598" sldId="289"/>
            <ac:picMk id="2" creationId="{971687A4-1D83-A4A3-DBDC-279909111A4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48B49-6135-48B6-AC0F-97E5D8D1F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88558" y="729469"/>
            <a:ext cx="9014348" cy="2402006"/>
          </a:xfrm>
        </p:spPr>
        <p:txBody>
          <a:bodyPr anchor="b">
            <a:normAutofit/>
          </a:bodyPr>
          <a:lstStyle/>
          <a:p>
            <a:r>
              <a:rPr lang="en-US" sz="4800"/>
              <a:t>VLSI DESIGN FLOW</a:t>
            </a:r>
            <a:endParaRPr lang="en-US" sz="48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" y="4374554"/>
            <a:ext cx="12192007" cy="24834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40655" y="4374554"/>
            <a:ext cx="4051344" cy="2483446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56AC18-FB41-4977-8B0C-F5082335A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379429"/>
            <a:ext cx="12191984" cy="1953928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" y="4380927"/>
            <a:ext cx="12192000" cy="2019443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99576" y="5079628"/>
            <a:ext cx="3827986" cy="1020664"/>
          </a:xfrm>
        </p:spPr>
        <p:txBody>
          <a:bodyPr anchor="ctr">
            <a:normAutofit fontScale="92500" lnSpcReduction="20000"/>
          </a:bodyPr>
          <a:lstStyle/>
          <a:p>
            <a:pPr algn="l"/>
            <a:r>
              <a:rPr lang="en-US" dirty="0">
                <a:solidFill>
                  <a:srgbClr val="FFFFFF"/>
                </a:solidFill>
              </a:rPr>
              <a:t>V.SRAVANTHI</a:t>
            </a:r>
          </a:p>
          <a:p>
            <a:pPr algn="l"/>
            <a:r>
              <a:rPr lang="en-US" dirty="0">
                <a:solidFill>
                  <a:srgbClr val="FFFFFF"/>
                </a:solidFill>
              </a:rPr>
              <a:t>CHIPWEAVE TECHNOLOGIES PVT LTD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B35B5-1EF0-7F98-DE21-64AEB3584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898" y="125053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>
                <a:ea typeface="+mn-lt"/>
                <a:cs typeface="+mn-lt"/>
              </a:rPr>
              <a:t>Design Specification</a:t>
            </a:r>
          </a:p>
          <a:p>
            <a:r>
              <a:rPr lang="en-US" dirty="0">
                <a:ea typeface="+mn-lt"/>
                <a:cs typeface="+mn-lt"/>
              </a:rPr>
              <a:t>Design Entry</a:t>
            </a:r>
          </a:p>
          <a:p>
            <a:r>
              <a:rPr lang="en-US" dirty="0">
                <a:ea typeface="+mn-lt"/>
                <a:cs typeface="+mn-lt"/>
              </a:rPr>
              <a:t>Functional Simulation</a:t>
            </a:r>
          </a:p>
          <a:p>
            <a:r>
              <a:rPr lang="en-US" dirty="0">
                <a:ea typeface="+mn-lt"/>
                <a:cs typeface="+mn-lt"/>
              </a:rPr>
              <a:t>Placing and routing</a:t>
            </a:r>
          </a:p>
          <a:p>
            <a:r>
              <a:rPr lang="en-US" dirty="0">
                <a:ea typeface="+mn-lt"/>
                <a:cs typeface="+mn-lt"/>
              </a:rPr>
              <a:t>Timing Simulation</a:t>
            </a:r>
          </a:p>
          <a:p>
            <a:r>
              <a:rPr lang="en-US" dirty="0">
                <a:ea typeface="+mn-lt"/>
                <a:cs typeface="+mn-lt"/>
              </a:rPr>
              <a:t>Fabrication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8C32F6C-B7EE-A57C-0B32-A168B30F2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2168996" cy="865489"/>
          </a:xfrm>
          <a:solidFill>
            <a:schemeClr val="accent6"/>
          </a:solidFill>
        </p:spPr>
        <p:txBody>
          <a:bodyPr/>
          <a:lstStyle/>
          <a:p>
            <a:pPr algn="ctr"/>
            <a:r>
              <a:rPr lang="en-US"/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905354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79F1A-FC7D-935D-9D47-C3E2ACA8E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 descr="A diagram of a process&#10;&#10;AI-generated content may be incorrect.">
            <a:extLst>
              <a:ext uri="{FF2B5EF4-FFF2-40B4-BE49-F238E27FC236}">
                <a16:creationId xmlns:a16="http://schemas.microsoft.com/office/drawing/2014/main" id="{971687A4-1D83-A4A3-DBDC-279909111A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9227" y="1564743"/>
            <a:ext cx="6976912" cy="450668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233035C6-705C-CBB5-32D4-2A616EAC3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2168996" cy="865489"/>
          </a:xfrm>
          <a:solidFill>
            <a:schemeClr val="accent6"/>
          </a:solidFill>
        </p:spPr>
        <p:txBody>
          <a:bodyPr/>
          <a:lstStyle/>
          <a:p>
            <a:pPr algn="ctr"/>
            <a:r>
              <a:rPr lang="en-US" sz="4000">
                <a:latin typeface="Aptos"/>
              </a:rPr>
              <a:t>VLSI DESIGN FLOW</a:t>
            </a:r>
            <a:endParaRPr lang="en-US" sz="4000"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746917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1DFC8-CC52-64E1-74EF-F3660FBFE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2B091EC-6437-ABA0-3402-E88F1E744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2168996" cy="865489"/>
          </a:xfrm>
          <a:solidFill>
            <a:schemeClr val="accent6"/>
          </a:solidFill>
        </p:spPr>
        <p:txBody>
          <a:bodyPr/>
          <a:lstStyle/>
          <a:p>
            <a:pPr algn="ctr"/>
            <a:r>
              <a:rPr lang="en-US" sz="4000" dirty="0">
                <a:latin typeface="Aptos"/>
              </a:rPr>
              <a:t>VLSI DESIGN FLOW(Contd..)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FDD8F07-CD16-6BBB-FC2E-1C23FAE594F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628" y="1825625"/>
            <a:ext cx="9695793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6608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C48E7-EA76-4183-7EB1-EC8990FB7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6E71D60-D36F-E550-6E84-6AE67209F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2168996" cy="865489"/>
          </a:xfrm>
          <a:solidFill>
            <a:schemeClr val="accent6"/>
          </a:solidFill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Aptos"/>
              </a:rPr>
              <a:t>Design Specification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4ABDC4-6874-42C2-844F-151242345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545" y="796159"/>
            <a:ext cx="8166538" cy="562517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 The number of inputs and outputs in the design, along with the number of bits allocated for each signal.</a:t>
            </a:r>
          </a:p>
          <a:p>
            <a:r>
              <a:rPr lang="en-US" sz="2000" dirty="0"/>
              <a:t> The number of bits used in internal arithmetic operations within the design.</a:t>
            </a:r>
          </a:p>
          <a:p>
            <a:r>
              <a:rPr lang="en-US" sz="2000" dirty="0"/>
              <a:t> The number of clock signals required for the design implementation.</a:t>
            </a:r>
          </a:p>
          <a:p>
            <a:r>
              <a:rPr lang="en-US" sz="2000" dirty="0"/>
              <a:t> The maximum clock frequency supported by the design.</a:t>
            </a:r>
          </a:p>
          <a:p>
            <a:r>
              <a:rPr lang="en-US" sz="2000" dirty="0"/>
              <a:t>The estimated area of the chip required for implementation.</a:t>
            </a:r>
          </a:p>
          <a:p>
            <a:r>
              <a:rPr lang="en-US" sz="2000" dirty="0"/>
              <a:t> The expected power dissipation of the </a:t>
            </a:r>
            <a:r>
              <a:rPr lang="en-US" sz="1800" dirty="0"/>
              <a:t>chip.</a:t>
            </a:r>
          </a:p>
          <a:p>
            <a:endParaRPr lang="en-IN" dirty="0"/>
          </a:p>
        </p:txBody>
      </p:sp>
      <p:sp>
        <p:nvSpPr>
          <p:cNvPr id="6" name="AutoShape 2" descr="Generated image">
            <a:extLst>
              <a:ext uri="{FF2B5EF4-FFF2-40B4-BE49-F238E27FC236}">
                <a16:creationId xmlns:a16="http://schemas.microsoft.com/office/drawing/2014/main" id="{D1F524DA-EFC3-53B1-ACE0-1512A7031D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600"/>
            <a:ext cx="2940269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21D050-EF8B-E419-30CB-F1F6F3308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0357" y="1418895"/>
            <a:ext cx="3284483" cy="492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031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BE83E-DE7A-7B64-3A73-38BE2F5DB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03434D6-E90D-D527-ABC8-068D94646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2168996" cy="865489"/>
          </a:xfrm>
          <a:solidFill>
            <a:schemeClr val="accent6"/>
          </a:solidFill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Aptos"/>
              </a:rPr>
              <a:t>Design Entry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B7012D-68A2-5F37-F1D3-D8B7A3931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545" y="796159"/>
            <a:ext cx="11493062" cy="562517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Design entry is the process of describing a digital system either through schematic diagrams or hardware description languages such as Verilog and VHDL. </a:t>
            </a:r>
          </a:p>
          <a:p>
            <a:endParaRPr lang="en-IN" dirty="0"/>
          </a:p>
        </p:txBody>
      </p:sp>
      <p:sp>
        <p:nvSpPr>
          <p:cNvPr id="6" name="AutoShape 2" descr="Generated image">
            <a:extLst>
              <a:ext uri="{FF2B5EF4-FFF2-40B4-BE49-F238E27FC236}">
                <a16:creationId xmlns:a16="http://schemas.microsoft.com/office/drawing/2014/main" id="{CE6AEA2C-C20A-53B9-B1A0-CDBDB68092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600"/>
            <a:ext cx="2940269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AAE5B7B-2388-5F3D-957E-D04D76E13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978" y="2000521"/>
            <a:ext cx="7438531" cy="2856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769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0AE18-247A-C99D-2BAD-D74C4AACA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9B80677-553B-70E0-4378-AE2A7AAFD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2168996" cy="865489"/>
          </a:xfrm>
          <a:solidFill>
            <a:schemeClr val="accent6"/>
          </a:solidFill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Aptos"/>
              </a:rPr>
              <a:t>Design Entry(Contd..)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17A46F-12CB-A636-BE63-EC0E0BD295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545" y="796159"/>
            <a:ext cx="11493062" cy="562517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  <p:sp>
        <p:nvSpPr>
          <p:cNvPr id="6" name="AutoShape 2" descr="Generated image">
            <a:extLst>
              <a:ext uri="{FF2B5EF4-FFF2-40B4-BE49-F238E27FC236}">
                <a16:creationId xmlns:a16="http://schemas.microsoft.com/office/drawing/2014/main" id="{EEE0F895-CB7E-55D8-EC9F-4E694AAD76D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600"/>
            <a:ext cx="2940269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791C14-EE9F-9160-F75F-9FDC26DCF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4200" y="2072588"/>
            <a:ext cx="6530906" cy="31473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376BA4-925B-99DF-0C13-2888FD9E3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055" y="2232248"/>
            <a:ext cx="3025402" cy="344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062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ECA2C-03CD-D3F4-CAC6-9C0D75F30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225859C-B3F4-9906-E722-3CC5AA97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2168996" cy="865489"/>
          </a:xfrm>
          <a:solidFill>
            <a:schemeClr val="accent6"/>
          </a:solidFill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Aptos"/>
              </a:rPr>
              <a:t>Functional Simulation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65EDE0-B769-7D59-9138-94D0EDE44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545" y="796159"/>
            <a:ext cx="11493062" cy="562517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sz="2000" dirty="0"/>
          </a:p>
          <a:p>
            <a:r>
              <a:rPr lang="en-US" dirty="0"/>
              <a:t>Functional simulation is performed before design implementation to verify that the logic created is correct.</a:t>
            </a:r>
          </a:p>
          <a:p>
            <a:r>
              <a:rPr lang="en-US" dirty="0"/>
              <a:t>It helps ensure that the design functionality works as intended according to the design specifications.</a:t>
            </a:r>
          </a:p>
          <a:p>
            <a:r>
              <a:rPr lang="en-US" b="1" dirty="0"/>
              <a:t>Schematic Flow:</a:t>
            </a:r>
            <a:r>
              <a:rPr lang="en-US" dirty="0"/>
              <a:t> Functional simulation is carried out immediately after completing the design using schematic entry tools.</a:t>
            </a:r>
          </a:p>
          <a:p>
            <a:r>
              <a:rPr lang="en-US" b="1" dirty="0"/>
              <a:t>HDL Flow:</a:t>
            </a:r>
            <a:r>
              <a:rPr lang="en-US" dirty="0"/>
              <a:t> Functional simulation is performed after the design is written using HDL (Verilog/VHDL) and before or during synthesis.</a:t>
            </a:r>
          </a:p>
          <a:p>
            <a:pPr fontAlgn="base"/>
            <a:r>
              <a:rPr lang="en-US" dirty="0" err="1"/>
              <a:t>ModelSim</a:t>
            </a:r>
            <a:r>
              <a:rPr lang="en-US" dirty="0"/>
              <a:t> / </a:t>
            </a:r>
            <a:r>
              <a:rPr lang="en-US" dirty="0" err="1"/>
              <a:t>QuestaSim</a:t>
            </a:r>
            <a:r>
              <a:rPr lang="en-US" dirty="0"/>
              <a:t>​</a:t>
            </a:r>
          </a:p>
          <a:p>
            <a:pPr fontAlgn="base"/>
            <a:r>
              <a:rPr lang="en-US" dirty="0"/>
              <a:t>VCS (Synopsys)​</a:t>
            </a:r>
          </a:p>
          <a:p>
            <a:pPr fontAlgn="base"/>
            <a:r>
              <a:rPr lang="en-US" dirty="0" err="1"/>
              <a:t>Xcelium</a:t>
            </a:r>
            <a:r>
              <a:rPr lang="en-US" dirty="0"/>
              <a:t> (Cadence)​</a:t>
            </a:r>
          </a:p>
          <a:p>
            <a:pPr fontAlgn="base"/>
            <a:r>
              <a:rPr lang="en-US" dirty="0"/>
              <a:t>Verilator (open source)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6" name="AutoShape 2" descr="Generated image">
            <a:extLst>
              <a:ext uri="{FF2B5EF4-FFF2-40B4-BE49-F238E27FC236}">
                <a16:creationId xmlns:a16="http://schemas.microsoft.com/office/drawing/2014/main" id="{F3870232-AFA4-03BC-F916-D16A1FC692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600"/>
            <a:ext cx="2940269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1759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23CBE-6590-8A49-D0D0-596BD53AD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745E4CA-1340-23E9-A694-3864CD2AD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2168996" cy="865489"/>
          </a:xfrm>
          <a:solidFill>
            <a:schemeClr val="accent6"/>
          </a:solidFill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Aptos"/>
              </a:rPr>
              <a:t>Synthesis(</a:t>
            </a:r>
            <a:r>
              <a:rPr lang="en-US" sz="3200">
                <a:latin typeface="Aptos"/>
              </a:rPr>
              <a:t>Logic Synthesis)</a:t>
            </a:r>
            <a:endParaRPr lang="en-US" sz="3200" dirty="0">
              <a:latin typeface="Apto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BF54F3-6AA6-470B-2D60-0391D8A73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805" y="813514"/>
            <a:ext cx="12336734" cy="55501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/>
          </a:p>
          <a:p>
            <a:r>
              <a:rPr lang="en-US" dirty="0"/>
              <a:t>Synthesis is the process of converting RTL code(Verilog/</a:t>
            </a:r>
            <a:r>
              <a:rPr lang="en-US" dirty="0" err="1"/>
              <a:t>SystemVerilog</a:t>
            </a:r>
            <a:r>
              <a:rPr lang="en-US" dirty="0"/>
              <a:t>/VHDL) into a gate-level netlist using standard cells from a technology library.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6" name="AutoShape 2" descr="Generated image">
            <a:extLst>
              <a:ext uri="{FF2B5EF4-FFF2-40B4-BE49-F238E27FC236}">
                <a16:creationId xmlns:a16="http://schemas.microsoft.com/office/drawing/2014/main" id="{1648C5C3-DED1-3F71-D622-6A54293D2DF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600"/>
            <a:ext cx="2940269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33687285-69F3-97A6-608A-E313B46D5E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0170" y="2201820"/>
            <a:ext cx="3143250" cy="401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49DF90-3CE1-8684-7641-C73ED8D6DEF9}"/>
              </a:ext>
            </a:extLst>
          </p:cNvPr>
          <p:cNvSpPr txBox="1"/>
          <p:nvPr/>
        </p:nvSpPr>
        <p:spPr>
          <a:xfrm>
            <a:off x="904103" y="3090528"/>
            <a:ext cx="6256638" cy="1797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lnSpc>
                <a:spcPts val="1886"/>
              </a:lnSpc>
              <a:buNone/>
            </a:pPr>
            <a:r>
              <a:rPr lang="en-US" dirty="0">
                <a:solidFill>
                  <a:srgbClr val="000000"/>
                </a:solidFill>
                <a:latin typeface="Poppins" panose="00000500000000000000" pitchFamily="2" charset="0"/>
              </a:rPr>
              <a:t>              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RTL: assign y = a &amp; b;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​</a:t>
            </a:r>
          </a:p>
          <a:p>
            <a:pPr algn="l" rtl="0" fontAlgn="base">
              <a:lnSpc>
                <a:spcPts val="1886"/>
              </a:lnSpc>
              <a:buNone/>
            </a:pP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lnSpc>
                <a:spcPts val="1886"/>
              </a:lnSpc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1. RTL describes behavior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lnSpc>
                <a:spcPts val="1886"/>
              </a:lnSpc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2. Synthesis identifies AND operation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lnSpc>
                <a:spcPts val="1886"/>
              </a:lnSpc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3. Library cell AND2_X1 selected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lnSpc>
                <a:spcPts val="1886"/>
              </a:lnSpc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4. Netlist generated: AND2_X1 U1 (.A(a), .B(b), .Z(y));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lnSpc>
                <a:spcPts val="1886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5858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F7E2C-AF18-A05C-46E8-D98B821C0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2489E7C-DD8E-1D4F-3B96-F48EB009E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2168996" cy="865489"/>
          </a:xfrm>
          <a:solidFill>
            <a:schemeClr val="accent6"/>
          </a:solidFill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Aptos"/>
              </a:rPr>
              <a:t>Planning Placement and Routing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EFFC40-EB9E-4F75-205A-3E041FF7C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545" y="796159"/>
            <a:ext cx="11493062" cy="562517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sz="2000" dirty="0"/>
          </a:p>
          <a:p>
            <a:r>
              <a:rPr lang="en-US" dirty="0"/>
              <a:t>PPR is a VLSI physical design or layout phase where the logical design is converted into a physical layout on the chip.</a:t>
            </a:r>
          </a:p>
          <a:p>
            <a:r>
              <a:rPr lang="en-US" dirty="0"/>
              <a:t> It is an automated design process performed using Computer-Aided Design (CAD) tools.</a:t>
            </a:r>
          </a:p>
          <a:p>
            <a:r>
              <a:rPr lang="en-US" dirty="0"/>
              <a:t> The main objective is to optimize area, performance, and power consumption of the chip.</a:t>
            </a:r>
          </a:p>
          <a:p>
            <a:r>
              <a:rPr lang="en-US" dirty="0"/>
              <a:t>Various Phases in PPR</a:t>
            </a:r>
          </a:p>
          <a:p>
            <a:r>
              <a:rPr lang="en-US" dirty="0"/>
              <a:t> </a:t>
            </a:r>
            <a:r>
              <a:rPr lang="en-US" b="1" dirty="0"/>
              <a:t>Partitioning</a:t>
            </a:r>
            <a:r>
              <a:rPr lang="en-US" dirty="0"/>
              <a:t> – Dividing the design into smaller functional blocks.</a:t>
            </a:r>
          </a:p>
          <a:p>
            <a:r>
              <a:rPr lang="en-US" dirty="0"/>
              <a:t> </a:t>
            </a:r>
            <a:r>
              <a:rPr lang="en-US" b="1" dirty="0"/>
              <a:t>Floor Planning</a:t>
            </a:r>
            <a:r>
              <a:rPr lang="en-US" dirty="0"/>
              <a:t> – Determining the approximate placement of major blocks on the chip.</a:t>
            </a:r>
          </a:p>
          <a:p>
            <a:r>
              <a:rPr lang="en-US" dirty="0"/>
              <a:t> </a:t>
            </a:r>
            <a:r>
              <a:rPr lang="en-US" b="1" dirty="0"/>
              <a:t>Placement</a:t>
            </a:r>
            <a:r>
              <a:rPr lang="en-US" dirty="0"/>
              <a:t> – Positioning standard cells and modules within the chip area.</a:t>
            </a:r>
          </a:p>
          <a:p>
            <a:r>
              <a:rPr lang="en-US" dirty="0"/>
              <a:t> </a:t>
            </a:r>
            <a:r>
              <a:rPr lang="en-US" b="1" dirty="0"/>
              <a:t>Routing</a:t>
            </a:r>
            <a:r>
              <a:rPr lang="en-US" dirty="0"/>
              <a:t> – Creating electrical connections between placed components.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AutoShape 2" descr="Generated image">
            <a:extLst>
              <a:ext uri="{FF2B5EF4-FFF2-40B4-BE49-F238E27FC236}">
                <a16:creationId xmlns:a16="http://schemas.microsoft.com/office/drawing/2014/main" id="{495A7D70-5466-A97D-2DFD-6896ABAE3F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600"/>
            <a:ext cx="2940269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2988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E794F-D8AE-44EF-B9AD-AEE38AA71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FCF9CE9-5C5B-D3A6-2435-746B78B32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2168996" cy="865489"/>
          </a:xfrm>
          <a:solidFill>
            <a:schemeClr val="accent6"/>
          </a:solidFill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Aptos"/>
              </a:rPr>
              <a:t>Planning Placement and Routing</a:t>
            </a:r>
            <a:r>
              <a:rPr lang="en-US" sz="3200">
                <a:latin typeface="Aptos"/>
              </a:rPr>
              <a:t>(Contd..)</a:t>
            </a:r>
            <a:endParaRPr lang="en-US" sz="3200" dirty="0">
              <a:latin typeface="Apto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AB27CF-5585-3273-1C6B-647372BAA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545" y="796159"/>
            <a:ext cx="11493062" cy="562517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b="1" dirty="0"/>
              <a:t>                                                  Partitioning</a:t>
            </a:r>
            <a:endParaRPr lang="en-US" dirty="0"/>
          </a:p>
          <a:p>
            <a:r>
              <a:rPr lang="en-US" dirty="0"/>
              <a:t>Partitioning is the process of dividing a circuit into smaller sub-circuits.</a:t>
            </a:r>
            <a:br>
              <a:rPr lang="en-US" dirty="0"/>
            </a:br>
            <a:r>
              <a:rPr lang="en-US" dirty="0"/>
              <a:t>   • Each sub-circuit should have an area within the prescribed range.</a:t>
            </a:r>
            <a:br>
              <a:rPr lang="en-US" dirty="0"/>
            </a:br>
            <a:r>
              <a:rPr lang="en-US" dirty="0"/>
              <a:t>   • The number of interconnections between sub-circuits is minimized to improve performance and reduce complexity.</a:t>
            </a:r>
          </a:p>
          <a:p>
            <a:pPr marL="0" indent="0">
              <a:buNone/>
            </a:pPr>
            <a:r>
              <a:rPr lang="en-US" b="1" dirty="0"/>
              <a:t>                                                   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AutoShape 2" descr="Generated image">
            <a:extLst>
              <a:ext uri="{FF2B5EF4-FFF2-40B4-BE49-F238E27FC236}">
                <a16:creationId xmlns:a16="http://schemas.microsoft.com/office/drawing/2014/main" id="{A29C2593-EF38-9442-8C66-D7C4C24A39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600"/>
            <a:ext cx="2940269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E158FF5-21BB-DDA2-89A9-55234C4D8C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4034" y="3763178"/>
            <a:ext cx="5168987" cy="2943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29361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2B7D9-C06A-CC32-74A1-FCB9B194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B22F23B-354F-F3C1-2D5E-068AF97B1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2168996" cy="865489"/>
          </a:xfrm>
          <a:solidFill>
            <a:schemeClr val="accent6"/>
          </a:solidFill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Aptos"/>
              </a:rPr>
              <a:t>Planning Placement and Routing</a:t>
            </a:r>
            <a:r>
              <a:rPr lang="en-US" sz="3200">
                <a:latin typeface="Aptos"/>
              </a:rPr>
              <a:t>(Contd..)</a:t>
            </a:r>
            <a:endParaRPr lang="en-US" sz="3200" dirty="0">
              <a:latin typeface="Apto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21AC88-298E-7494-B2B9-16F40AF78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545" y="796159"/>
            <a:ext cx="11493062" cy="562517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                                                   Floor Planning</a:t>
            </a:r>
          </a:p>
          <a:p>
            <a:r>
              <a:rPr lang="en-US" dirty="0"/>
              <a:t>Floor planning determines the shape and size of each sub-circuit module.</a:t>
            </a:r>
          </a:p>
          <a:p>
            <a:r>
              <a:rPr lang="en-US" dirty="0"/>
              <a:t>It also defines the pin locations at the module boundaries.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AutoShape 2" descr="Generated image">
            <a:extLst>
              <a:ext uri="{FF2B5EF4-FFF2-40B4-BE49-F238E27FC236}">
                <a16:creationId xmlns:a16="http://schemas.microsoft.com/office/drawing/2014/main" id="{BF5269C5-6647-48DB-4405-523129919A9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600"/>
            <a:ext cx="2940269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CEF859E-ADE1-B248-7C81-CBD959390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6206" y="3405842"/>
            <a:ext cx="4868835" cy="3191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7201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D7ECA-C071-ACAF-F7E3-0449B8944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F20237D-E2D9-FA5D-BF42-F357D7592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2168996" cy="865489"/>
          </a:xfrm>
          <a:solidFill>
            <a:schemeClr val="accent6"/>
          </a:solidFill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Aptos"/>
              </a:rPr>
              <a:t>Planning Placement and Routing</a:t>
            </a:r>
            <a:r>
              <a:rPr lang="en-US" sz="3200">
                <a:latin typeface="Aptos"/>
              </a:rPr>
              <a:t>(Contd..)</a:t>
            </a:r>
            <a:endParaRPr lang="en-US" sz="3200" dirty="0">
              <a:latin typeface="Apto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C070EB-9766-5093-3724-BBD8CAC31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545" y="796159"/>
            <a:ext cx="11493062" cy="562517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b="1" dirty="0"/>
              <a:t>                                           Placement</a:t>
            </a:r>
          </a:p>
          <a:p>
            <a:r>
              <a:rPr lang="en-US" dirty="0"/>
              <a:t>Placement determines the best position for each module on the chip.</a:t>
            </a:r>
          </a:p>
          <a:p>
            <a:r>
              <a:rPr lang="en-US" dirty="0"/>
              <a:t>Each module has a fixed shape, area, and terminals.</a:t>
            </a:r>
          </a:p>
          <a:p>
            <a:pPr marL="0" indent="0">
              <a:buNone/>
            </a:pPr>
            <a:r>
              <a:rPr lang="en-US" b="1" dirty="0"/>
              <a:t>                                              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AutoShape 2" descr="Generated image">
            <a:extLst>
              <a:ext uri="{FF2B5EF4-FFF2-40B4-BE49-F238E27FC236}">
                <a16:creationId xmlns:a16="http://schemas.microsoft.com/office/drawing/2014/main" id="{7184AE50-1F7F-659A-FB08-5CF471D1AD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600"/>
            <a:ext cx="2940269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7A34D2C3-4706-6F47-8965-08AE5EC0C3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1300" y="3020904"/>
            <a:ext cx="5715000" cy="3590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50920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F68BD-D536-D526-98B0-1A50AD74D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EDB72C4-7F3E-9A93-BF66-7797730F6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2168996" cy="865489"/>
          </a:xfrm>
          <a:solidFill>
            <a:schemeClr val="accent6"/>
          </a:solidFill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Aptos"/>
              </a:rPr>
              <a:t>Planning Placement and Routing</a:t>
            </a:r>
            <a:r>
              <a:rPr lang="en-US" sz="3200">
                <a:latin typeface="Aptos"/>
              </a:rPr>
              <a:t>(Contd..)</a:t>
            </a:r>
            <a:endParaRPr lang="en-US" sz="3200" dirty="0">
              <a:latin typeface="Apto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48F18F-9CCB-698E-CDF7-DB1C3898E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545" y="796159"/>
            <a:ext cx="11493062" cy="562517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                                                 Routing</a:t>
            </a:r>
          </a:p>
          <a:p>
            <a:r>
              <a:rPr lang="en-US" dirty="0"/>
              <a:t>Routing is the process of connecting different circuit components using wires.</a:t>
            </a:r>
          </a:p>
          <a:p>
            <a:r>
              <a:rPr lang="en-US" dirty="0"/>
              <a:t>The objective is to minimize chip area and total wire length.</a:t>
            </a:r>
          </a:p>
          <a:p>
            <a:pPr marL="0" indent="0">
              <a:buNone/>
            </a:pPr>
            <a:r>
              <a:rPr lang="en-US" b="1" dirty="0"/>
              <a:t>Types of Routing:</a:t>
            </a:r>
            <a:endParaRPr lang="en-US" dirty="0"/>
          </a:p>
          <a:p>
            <a:r>
              <a:rPr lang="en-US" dirty="0"/>
              <a:t>        Global Routing</a:t>
            </a:r>
          </a:p>
          <a:p>
            <a:r>
              <a:rPr lang="en-US" dirty="0"/>
              <a:t>       Channel Routing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AutoShape 2" descr="Generated image">
            <a:extLst>
              <a:ext uri="{FF2B5EF4-FFF2-40B4-BE49-F238E27FC236}">
                <a16:creationId xmlns:a16="http://schemas.microsoft.com/office/drawing/2014/main" id="{E7C0F67D-06A0-2140-0FD8-64683E7880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600"/>
            <a:ext cx="2940269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5EAB2F-8F81-0EC1-EAF4-F0FA95BC0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726" y="3346728"/>
            <a:ext cx="6290453" cy="3074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3905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C4419-2F73-11DB-FC3D-FA541C237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1E74E5B-09FB-7049-7500-90DF73580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2168996" cy="865489"/>
          </a:xfrm>
          <a:solidFill>
            <a:schemeClr val="accent6"/>
          </a:solidFill>
        </p:spPr>
        <p:txBody>
          <a:bodyPr>
            <a:normAutofit/>
          </a:bodyPr>
          <a:lstStyle/>
          <a:p>
            <a:pPr algn="ctr"/>
            <a:r>
              <a:rPr lang="en-US" sz="4000" dirty="0"/>
              <a:t>Timing simulation</a:t>
            </a:r>
            <a:endParaRPr lang="en-US" sz="4000" dirty="0">
              <a:latin typeface="Apto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9105D5-0777-528D-6D1E-33E67BCE03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545" y="796159"/>
            <a:ext cx="11493062" cy="562517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/>
          </a:p>
          <a:p>
            <a:r>
              <a:rPr lang="en-US" dirty="0"/>
              <a:t>Timing simulation in VLSI is used to verify the functionality of a digital circuit by considering the </a:t>
            </a:r>
            <a:r>
              <a:rPr lang="en-US" b="1" dirty="0"/>
              <a:t>actual propagation delays of gates and interconnections</a:t>
            </a:r>
            <a:r>
              <a:rPr lang="en-US" dirty="0"/>
              <a:t>.</a:t>
            </a:r>
          </a:p>
          <a:p>
            <a:r>
              <a:rPr lang="en-US" dirty="0"/>
              <a:t> These delays affect how signals travel through the circuit and determine whether the design operates correctly at the desired clock frequency.</a:t>
            </a:r>
          </a:p>
          <a:p>
            <a:r>
              <a:rPr lang="en-US" dirty="0"/>
              <a:t>Timing simulation mainly includes two types of delays:</a:t>
            </a:r>
          </a:p>
          <a:p>
            <a:pPr marL="0" indent="0">
              <a:buNone/>
            </a:pPr>
            <a:r>
              <a:rPr lang="en-US" b="1" dirty="0"/>
              <a:t>1)Gate Delay : </a:t>
            </a:r>
            <a:r>
              <a:rPr lang="en-US" dirty="0"/>
              <a:t>Delay from gate input to gate output.</a:t>
            </a:r>
          </a:p>
          <a:p>
            <a:pPr marL="0" indent="0">
              <a:buNone/>
            </a:pPr>
            <a:r>
              <a:rPr lang="en-US" b="1" dirty="0"/>
              <a:t>2)Net Delay : </a:t>
            </a:r>
            <a:r>
              <a:rPr lang="en-US" dirty="0"/>
              <a:t>Delay from output of one gate to input of another gate through wires.</a:t>
            </a:r>
          </a:p>
          <a:p>
            <a:r>
              <a:rPr lang="en-US" dirty="0"/>
              <a:t>Ensures the circuit works correctly at the </a:t>
            </a:r>
            <a:r>
              <a:rPr lang="en-US" b="1" dirty="0"/>
              <a:t>required clock speed</a:t>
            </a:r>
            <a:endParaRPr lang="en-US" dirty="0"/>
          </a:p>
        </p:txBody>
      </p:sp>
      <p:sp>
        <p:nvSpPr>
          <p:cNvPr id="6" name="AutoShape 2" descr="Generated image">
            <a:extLst>
              <a:ext uri="{FF2B5EF4-FFF2-40B4-BE49-F238E27FC236}">
                <a16:creationId xmlns:a16="http://schemas.microsoft.com/office/drawing/2014/main" id="{C3622523-E342-6FF3-E20E-F2736AE564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600"/>
            <a:ext cx="2940269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3856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08062-095D-4E86-98FB-67D5E0F6C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606EB8D-79B3-1019-9B64-53B075444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2168996" cy="865489"/>
          </a:xfrm>
          <a:solidFill>
            <a:schemeClr val="accent6"/>
          </a:solidFill>
        </p:spPr>
        <p:txBody>
          <a:bodyPr>
            <a:normAutofit fontScale="90000"/>
          </a:bodyPr>
          <a:lstStyle/>
          <a:p>
            <a:pPr algn="ctr"/>
            <a:br>
              <a:rPr lang="en-US" sz="4000" b="1" dirty="0"/>
            </a:br>
            <a:r>
              <a:rPr lang="en-US" sz="4000" b="1" dirty="0"/>
              <a:t>Fusing / Fabrication into Chip</a:t>
            </a:r>
            <a:br>
              <a:rPr lang="en-US" sz="4000" dirty="0"/>
            </a:br>
            <a:endParaRPr lang="en-US" sz="4000" dirty="0">
              <a:latin typeface="Apto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25D940-E2F0-F85B-BA90-1E853F135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545" y="796159"/>
            <a:ext cx="11493062" cy="562517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Final step of VLSI design where the layout is converted into a physical semiconductor chip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AutoShape 2" descr="Generated image">
            <a:extLst>
              <a:ext uri="{FF2B5EF4-FFF2-40B4-BE49-F238E27FC236}">
                <a16:creationId xmlns:a16="http://schemas.microsoft.com/office/drawing/2014/main" id="{47EB4709-F2D4-32E4-2B09-45958353C2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600"/>
            <a:ext cx="2940269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D2621D-ED2E-DD07-DD3A-4A8FFE8E971C}"/>
              </a:ext>
            </a:extLst>
          </p:cNvPr>
          <p:cNvSpPr txBox="1"/>
          <p:nvPr/>
        </p:nvSpPr>
        <p:spPr>
          <a:xfrm>
            <a:off x="4472480" y="1897014"/>
            <a:ext cx="477104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VLSI Design</a:t>
            </a:r>
          </a:p>
          <a:p>
            <a:r>
              <a:rPr lang="en-IN" dirty="0"/>
              <a:t>     │</a:t>
            </a:r>
          </a:p>
          <a:p>
            <a:r>
              <a:rPr lang="en-IN" dirty="0"/>
              <a:t>    ▼</a:t>
            </a:r>
          </a:p>
          <a:p>
            <a:r>
              <a:rPr lang="en-IN" dirty="0"/>
              <a:t>Fabrication (Chip Manufacturing)</a:t>
            </a:r>
          </a:p>
          <a:p>
            <a:r>
              <a:rPr lang="en-IN" dirty="0"/>
              <a:t>     │</a:t>
            </a:r>
          </a:p>
          <a:p>
            <a:r>
              <a:rPr lang="en-IN" dirty="0"/>
              <a:t>    ▼</a:t>
            </a:r>
          </a:p>
          <a:p>
            <a:r>
              <a:rPr lang="en-IN" dirty="0"/>
              <a:t>Design Styles</a:t>
            </a:r>
          </a:p>
          <a:p>
            <a:r>
              <a:rPr lang="en-IN" dirty="0"/>
              <a:t>     │</a:t>
            </a:r>
          </a:p>
          <a:p>
            <a:r>
              <a:rPr lang="en-IN" dirty="0"/>
              <a:t> ┌──────────────────────────┐</a:t>
            </a:r>
          </a:p>
          <a:p>
            <a:r>
              <a:rPr lang="en-IN" dirty="0"/>
              <a:t>▼                                                             ▼</a:t>
            </a:r>
          </a:p>
          <a:p>
            <a:r>
              <a:rPr lang="en-IN" dirty="0"/>
              <a:t>Full Custom                            Semi Custom</a:t>
            </a:r>
          </a:p>
          <a:p>
            <a:r>
              <a:rPr lang="en-IN" dirty="0"/>
              <a:t>                 │</a:t>
            </a:r>
          </a:p>
          <a:p>
            <a:r>
              <a:rPr lang="en-IN" dirty="0"/>
              <a:t>          ┌───────────────┐</a:t>
            </a:r>
          </a:p>
          <a:p>
            <a:r>
              <a:rPr lang="en-IN" dirty="0"/>
              <a:t>         ▼                                   ▼</a:t>
            </a:r>
          </a:p>
          <a:p>
            <a:r>
              <a:rPr lang="en-IN" dirty="0"/>
              <a:t>     Cell Based            Array Based</a:t>
            </a:r>
          </a:p>
          <a:p>
            <a:r>
              <a:rPr lang="en-IN" dirty="0"/>
              <a:t>         Design                     </a:t>
            </a:r>
            <a:r>
              <a:rPr lang="en-IN" dirty="0" err="1"/>
              <a:t>Design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49595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C98AE-1CCB-C95D-D109-26D4E7670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E8DA73F-A9BA-BAB3-69BF-D2845B0A2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2168996" cy="865489"/>
          </a:xfrm>
          <a:solidFill>
            <a:schemeClr val="accent6"/>
          </a:solidFill>
        </p:spPr>
        <p:txBody>
          <a:bodyPr>
            <a:normAutofit fontScale="90000"/>
          </a:bodyPr>
          <a:lstStyle/>
          <a:p>
            <a:pPr algn="ctr"/>
            <a:br>
              <a:rPr lang="en-US" sz="4000" b="1" dirty="0"/>
            </a:br>
            <a:r>
              <a:rPr lang="en-US" sz="4000" b="1" dirty="0"/>
              <a:t>Fusing / Fabrication into Chip(Contd..)</a:t>
            </a:r>
            <a:br>
              <a:rPr lang="en-US" sz="4000" dirty="0"/>
            </a:br>
            <a:endParaRPr lang="en-US" sz="4000" dirty="0">
              <a:latin typeface="Apto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4D1F3-DF91-A2DC-CC8A-99725DD81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545" y="796159"/>
            <a:ext cx="11493062" cy="562517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b="1" dirty="0"/>
              <a:t>Full Custom Design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ASIC designed specifically for a particular application.</a:t>
            </a:r>
          </a:p>
          <a:p>
            <a:r>
              <a:rPr lang="en-US" b="1" dirty="0"/>
              <a:t>Semi-Custom Design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Uses predefined libraries or prefabricated structures.</a:t>
            </a:r>
          </a:p>
          <a:p>
            <a:pPr marL="0" indent="0">
              <a:buNone/>
            </a:pPr>
            <a:r>
              <a:rPr lang="en-US" dirty="0"/>
              <a:t>     • </a:t>
            </a:r>
            <a:r>
              <a:rPr lang="en-US" b="1" dirty="0"/>
              <a:t>Cell Based Design</a:t>
            </a:r>
            <a:r>
              <a:rPr lang="en-US" dirty="0"/>
              <a:t> – Uses standard cells from libraries.</a:t>
            </a:r>
            <a:br>
              <a:rPr lang="en-US" dirty="0"/>
            </a:br>
            <a:r>
              <a:rPr lang="en-US" dirty="0"/>
              <a:t>     • </a:t>
            </a:r>
            <a:r>
              <a:rPr lang="en-US" b="1" dirty="0"/>
              <a:t>Array Based Design</a:t>
            </a:r>
            <a:r>
              <a:rPr lang="en-US" dirty="0"/>
              <a:t> – Uses prefabricated matrices (like FPGA).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AutoShape 2" descr="Generated image">
            <a:extLst>
              <a:ext uri="{FF2B5EF4-FFF2-40B4-BE49-F238E27FC236}">
                <a16:creationId xmlns:a16="http://schemas.microsoft.com/office/drawing/2014/main" id="{AD05AB76-B792-C8DF-6E30-2E53282D21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600"/>
            <a:ext cx="2940269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ADA23D-E4AE-6321-0CF3-F25AE08CD131}"/>
              </a:ext>
            </a:extLst>
          </p:cNvPr>
          <p:cNvSpPr txBox="1"/>
          <p:nvPr/>
        </p:nvSpPr>
        <p:spPr>
          <a:xfrm>
            <a:off x="4472480" y="1897014"/>
            <a:ext cx="4771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30951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393A3-2D76-9FE3-82BE-5A795B11F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pic>
        <p:nvPicPr>
          <p:cNvPr id="4" name="Picture 6" descr="Business Thank-You Letter Examples">
            <a:extLst>
              <a:ext uri="{FF2B5EF4-FFF2-40B4-BE49-F238E27FC236}">
                <a16:creationId xmlns:a16="http://schemas.microsoft.com/office/drawing/2014/main" id="{7ECFFA39-EA56-82BF-8033-38007A3886A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138" y="261386"/>
            <a:ext cx="8873366" cy="5915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0598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c91e78c-53b9-49d2-80fe-2267c9de2ac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BB9E5490EEBB438C23297E1D25285B" ma:contentTypeVersion="8" ma:contentTypeDescription="Create a new document." ma:contentTypeScope="" ma:versionID="3d24ed15395863622458c9612afe9077">
  <xsd:schema xmlns:xsd="http://www.w3.org/2001/XMLSchema" xmlns:xs="http://www.w3.org/2001/XMLSchema" xmlns:p="http://schemas.microsoft.com/office/2006/metadata/properties" xmlns:ns3="ec91e78c-53b9-49d2-80fe-2267c9de2ac1" targetNamespace="http://schemas.microsoft.com/office/2006/metadata/properties" ma:root="true" ma:fieldsID="bf5387ec6775c7ffa55b69cbb25365ff" ns3:_="">
    <xsd:import namespace="ec91e78c-53b9-49d2-80fe-2267c9de2ac1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91e78c-53b9-49d2-80fe-2267c9de2ac1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0C30E90-35A2-433D-8294-0F950042F531}">
  <ds:schemaRefs>
    <ds:schemaRef ds:uri="http://purl.org/dc/terms/"/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purl.org/dc/dcmitype/"/>
    <ds:schemaRef ds:uri="http://schemas.openxmlformats.org/package/2006/metadata/core-properties"/>
    <ds:schemaRef ds:uri="ec91e78c-53b9-49d2-80fe-2267c9de2ac1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24A352F-77D0-4731-B0B0-ADD4AE2572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c91e78c-53b9-49d2-80fe-2267c9de2ac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8666954-3D43-40F3-AF96-B2753E1830E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UCIe_MBTRAIN_MKD</Template>
  <TotalTime>989</TotalTime>
  <Words>842</Words>
  <Application>Microsoft Office PowerPoint</Application>
  <PresentationFormat>Widescreen</PresentationFormat>
  <Paragraphs>119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Poppins</vt:lpstr>
      <vt:lpstr>Segoe UI</vt:lpstr>
      <vt:lpstr>Office Theme</vt:lpstr>
      <vt:lpstr>VLSI DESIGN FLOW</vt:lpstr>
      <vt:lpstr>CONTENTS</vt:lpstr>
      <vt:lpstr>VLSI DESIGN FLOW</vt:lpstr>
      <vt:lpstr>VLSI DESIGN FLOW(Contd..)</vt:lpstr>
      <vt:lpstr>Design Specification</vt:lpstr>
      <vt:lpstr>Design Entry</vt:lpstr>
      <vt:lpstr>Design Entry(Contd..)</vt:lpstr>
      <vt:lpstr>Functional Simulation</vt:lpstr>
      <vt:lpstr>Synthesis(Logic Synthesis)</vt:lpstr>
      <vt:lpstr>Planning Placement and Routing</vt:lpstr>
      <vt:lpstr>Planning Placement and Routing(Contd..)</vt:lpstr>
      <vt:lpstr>Planning Placement and Routing(Contd..)</vt:lpstr>
      <vt:lpstr>Planning Placement and Routing(Contd..)</vt:lpstr>
      <vt:lpstr>Planning Placement and Routing(Contd..)</vt:lpstr>
      <vt:lpstr>Timing simulation</vt:lpstr>
      <vt:lpstr> Fusing / Fabrication into Chip </vt:lpstr>
      <vt:lpstr> Fusing / Fabrication into Chip(Contd..) </vt:lpstr>
      <vt:lpstr>      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sravanthi Vennapusa</dc:creator>
  <cp:lastModifiedBy>sravanthi Vennapusa</cp:lastModifiedBy>
  <cp:revision>19</cp:revision>
  <dcterms:created xsi:type="dcterms:W3CDTF">2026-02-11T04:12:37Z</dcterms:created>
  <dcterms:modified xsi:type="dcterms:W3CDTF">2026-03-09T08:58:36Z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0x010100F0BB9E5490EEBB438C23297E1D25285B</vt:lpwstr>
  </property>
</Properties>
</file>